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8092DB-5E67-4E6C-A7D0-8429EB76F3A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3B2A1B1-42D2-4D02-A1C5-AAB31942CD9E}">
      <dgm:prSet/>
      <dgm:spPr/>
      <dgm:t>
        <a:bodyPr/>
        <a:lstStyle/>
        <a:p>
          <a:r>
            <a:rPr lang="en-US" b="0" i="0"/>
            <a:t>Introducere </a:t>
          </a:r>
          <a:r>
            <a:rPr lang="ro-RO" b="0" i="0"/>
            <a:t>ş</a:t>
          </a:r>
          <a:r>
            <a:rPr lang="en-US" b="0" i="0"/>
            <a:t>i Context</a:t>
          </a:r>
        </a:p>
      </dgm:t>
    </dgm:pt>
    <dgm:pt modelId="{BEDD7A04-E27E-4C6E-9E05-40A9337C28C4}" type="parTrans" cxnId="{39B1A818-4BEB-472B-8805-6C73339E7BEA}">
      <dgm:prSet/>
      <dgm:spPr/>
      <dgm:t>
        <a:bodyPr/>
        <a:lstStyle/>
        <a:p>
          <a:endParaRPr lang="en-US"/>
        </a:p>
      </dgm:t>
    </dgm:pt>
    <dgm:pt modelId="{6FC0B23E-A4EC-4961-B48A-530A137796DD}" type="sibTrans" cxnId="{39B1A818-4BEB-472B-8805-6C73339E7BEA}">
      <dgm:prSet/>
      <dgm:spPr/>
      <dgm:t>
        <a:bodyPr/>
        <a:lstStyle/>
        <a:p>
          <a:endParaRPr lang="en-US"/>
        </a:p>
      </dgm:t>
    </dgm:pt>
    <dgm:pt modelId="{0E540D72-AB55-4CE7-B599-E4659B0C0876}">
      <dgm:prSet/>
      <dgm:spPr/>
      <dgm:t>
        <a:bodyPr/>
        <a:lstStyle/>
        <a:p>
          <a:r>
            <a:rPr lang="en-US" b="0" i="0"/>
            <a:t>Fundamente Teoretice (SGM &amp; YOLO)</a:t>
          </a:r>
          <a:endParaRPr lang="en-US"/>
        </a:p>
      </dgm:t>
    </dgm:pt>
    <dgm:pt modelId="{7740AB6F-2427-4DE7-AE6E-DFA970A33C9B}" type="parTrans" cxnId="{00B9CF22-E08E-4F6B-842F-72C89869E5DB}">
      <dgm:prSet/>
      <dgm:spPr/>
      <dgm:t>
        <a:bodyPr/>
        <a:lstStyle/>
        <a:p>
          <a:endParaRPr lang="en-US"/>
        </a:p>
      </dgm:t>
    </dgm:pt>
    <dgm:pt modelId="{073DBEC3-FC35-46B0-8E8C-8E402CA54948}" type="sibTrans" cxnId="{00B9CF22-E08E-4F6B-842F-72C89869E5DB}">
      <dgm:prSet/>
      <dgm:spPr/>
      <dgm:t>
        <a:bodyPr/>
        <a:lstStyle/>
        <a:p>
          <a:endParaRPr lang="en-US"/>
        </a:p>
      </dgm:t>
    </dgm:pt>
    <dgm:pt modelId="{48054195-577B-4A6E-83F9-B9910D313BFB}">
      <dgm:prSet/>
      <dgm:spPr/>
      <dgm:t>
        <a:bodyPr/>
        <a:lstStyle/>
        <a:p>
          <a:r>
            <a:rPr lang="en-US" b="0" i="0"/>
            <a:t>Arhitectura Sistemului Software</a:t>
          </a:r>
          <a:endParaRPr lang="en-US"/>
        </a:p>
      </dgm:t>
    </dgm:pt>
    <dgm:pt modelId="{948B2991-E36E-42A0-9341-D76506751B32}" type="parTrans" cxnId="{68B4158A-E8DA-4377-8965-973DF51B125A}">
      <dgm:prSet/>
      <dgm:spPr/>
      <dgm:t>
        <a:bodyPr/>
        <a:lstStyle/>
        <a:p>
          <a:endParaRPr lang="en-US"/>
        </a:p>
      </dgm:t>
    </dgm:pt>
    <dgm:pt modelId="{1FBE7E0E-2294-490A-A567-F093649B4012}" type="sibTrans" cxnId="{68B4158A-E8DA-4377-8965-973DF51B125A}">
      <dgm:prSet/>
      <dgm:spPr/>
      <dgm:t>
        <a:bodyPr/>
        <a:lstStyle/>
        <a:p>
          <a:endParaRPr lang="en-US"/>
        </a:p>
      </dgm:t>
    </dgm:pt>
    <dgm:pt modelId="{F0C5FA7D-E4C1-40BF-9B31-06FA8D004638}">
      <dgm:prSet/>
      <dgm:spPr/>
      <dgm:t>
        <a:bodyPr/>
        <a:lstStyle/>
        <a:p>
          <a:r>
            <a:rPr lang="en-US" b="0" i="0"/>
            <a:t>Implementarea în MATLAB</a:t>
          </a:r>
          <a:endParaRPr lang="en-US"/>
        </a:p>
      </dgm:t>
    </dgm:pt>
    <dgm:pt modelId="{2EBA6C08-00B2-4043-8C1E-CEEDAAEA884A}" type="parTrans" cxnId="{D904F99E-72F0-404D-BB48-E820DC9A7C89}">
      <dgm:prSet/>
      <dgm:spPr/>
      <dgm:t>
        <a:bodyPr/>
        <a:lstStyle/>
        <a:p>
          <a:endParaRPr lang="en-US"/>
        </a:p>
      </dgm:t>
    </dgm:pt>
    <dgm:pt modelId="{B78650CF-7661-4FBD-90AE-C712ECCA6467}" type="sibTrans" cxnId="{D904F99E-72F0-404D-BB48-E820DC9A7C89}">
      <dgm:prSet/>
      <dgm:spPr/>
      <dgm:t>
        <a:bodyPr/>
        <a:lstStyle/>
        <a:p>
          <a:endParaRPr lang="en-US"/>
        </a:p>
      </dgm:t>
    </dgm:pt>
    <dgm:pt modelId="{F87C61BF-A51F-4D9B-9632-5271929D5E62}">
      <dgm:prSet/>
      <dgm:spPr/>
      <dgm:t>
        <a:bodyPr/>
        <a:lstStyle/>
        <a:p>
          <a:r>
            <a:rPr lang="en-US" b="0" i="0"/>
            <a:t>Rezultate </a:t>
          </a:r>
          <a:r>
            <a:rPr lang="ro-RO" b="0" i="0"/>
            <a:t>ş</a:t>
          </a:r>
          <a:r>
            <a:rPr lang="en-US" b="0" i="0"/>
            <a:t>i Validare (KITTI)</a:t>
          </a:r>
          <a:endParaRPr lang="en-US"/>
        </a:p>
      </dgm:t>
    </dgm:pt>
    <dgm:pt modelId="{7A82C1CA-0077-4BE6-866D-782D8B906ACC}" type="parTrans" cxnId="{B006146C-74ED-4743-8411-8A2A64116233}">
      <dgm:prSet/>
      <dgm:spPr/>
      <dgm:t>
        <a:bodyPr/>
        <a:lstStyle/>
        <a:p>
          <a:endParaRPr lang="en-US"/>
        </a:p>
      </dgm:t>
    </dgm:pt>
    <dgm:pt modelId="{8737AFB3-4817-4210-A75D-FF5A930E1D71}" type="sibTrans" cxnId="{B006146C-74ED-4743-8411-8A2A64116233}">
      <dgm:prSet/>
      <dgm:spPr/>
      <dgm:t>
        <a:bodyPr/>
        <a:lstStyle/>
        <a:p>
          <a:endParaRPr lang="en-US"/>
        </a:p>
      </dgm:t>
    </dgm:pt>
    <dgm:pt modelId="{F69A6EE0-86B0-410F-B34A-DF28D8A4B896}">
      <dgm:prSet/>
      <dgm:spPr/>
      <dgm:t>
        <a:bodyPr/>
        <a:lstStyle/>
        <a:p>
          <a:r>
            <a:rPr lang="en-US" b="0" i="0"/>
            <a:t>Concluzii </a:t>
          </a:r>
          <a:r>
            <a:rPr lang="ro-RO" b="0" i="0"/>
            <a:t>ş</a:t>
          </a:r>
          <a:r>
            <a:rPr lang="en-US" b="0" i="0"/>
            <a:t>i Dezvolt</a:t>
          </a:r>
          <a:r>
            <a:rPr lang="ro-RO" b="0" i="0"/>
            <a:t>ă</a:t>
          </a:r>
          <a:r>
            <a:rPr lang="en-US" b="0" i="0"/>
            <a:t>ri Viitoare</a:t>
          </a:r>
          <a:endParaRPr lang="en-US"/>
        </a:p>
      </dgm:t>
    </dgm:pt>
    <dgm:pt modelId="{C5088D36-B713-477E-AD91-E13E53DB3A09}" type="parTrans" cxnId="{921B4859-D847-4A17-8B1E-2E002343F7BF}">
      <dgm:prSet/>
      <dgm:spPr/>
      <dgm:t>
        <a:bodyPr/>
        <a:lstStyle/>
        <a:p>
          <a:endParaRPr lang="en-US"/>
        </a:p>
      </dgm:t>
    </dgm:pt>
    <dgm:pt modelId="{9580068C-B5FC-45E2-899B-F240CD737BEF}" type="sibTrans" cxnId="{921B4859-D847-4A17-8B1E-2E002343F7BF}">
      <dgm:prSet/>
      <dgm:spPr/>
      <dgm:t>
        <a:bodyPr/>
        <a:lstStyle/>
        <a:p>
          <a:endParaRPr lang="en-US"/>
        </a:p>
      </dgm:t>
    </dgm:pt>
    <dgm:pt modelId="{1EF142E8-7E38-440E-8D21-1E696DC69ABA}" type="pres">
      <dgm:prSet presAssocID="{EA8092DB-5E67-4E6C-A7D0-8429EB76F3A6}" presName="linear" presStyleCnt="0">
        <dgm:presLayoutVars>
          <dgm:animLvl val="lvl"/>
          <dgm:resizeHandles val="exact"/>
        </dgm:presLayoutVars>
      </dgm:prSet>
      <dgm:spPr/>
    </dgm:pt>
    <dgm:pt modelId="{D28AD291-41F9-4AB2-8014-168C4500DF9B}" type="pres">
      <dgm:prSet presAssocID="{C3B2A1B1-42D2-4D02-A1C5-AAB31942CD9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2CF9159-E6CD-4CF5-BFFD-867AC45FBEA8}" type="pres">
      <dgm:prSet presAssocID="{6FC0B23E-A4EC-4961-B48A-530A137796DD}" presName="spacer" presStyleCnt="0"/>
      <dgm:spPr/>
    </dgm:pt>
    <dgm:pt modelId="{7A85BB90-48E5-463A-B6D5-26817320707F}" type="pres">
      <dgm:prSet presAssocID="{0E540D72-AB55-4CE7-B599-E4659B0C087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27D17DC-3541-4BF9-A4E1-D8EE2206BF56}" type="pres">
      <dgm:prSet presAssocID="{073DBEC3-FC35-46B0-8E8C-8E402CA54948}" presName="spacer" presStyleCnt="0"/>
      <dgm:spPr/>
    </dgm:pt>
    <dgm:pt modelId="{F52A2DDB-2F49-4117-B17E-D17AB579870A}" type="pres">
      <dgm:prSet presAssocID="{48054195-577B-4A6E-83F9-B9910D313BF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9FF8EA1-34FE-474A-873C-CF24A3EBC3DF}" type="pres">
      <dgm:prSet presAssocID="{1FBE7E0E-2294-490A-A567-F093649B4012}" presName="spacer" presStyleCnt="0"/>
      <dgm:spPr/>
    </dgm:pt>
    <dgm:pt modelId="{53895F5B-7CA0-454C-BD6D-3C0C21C789BA}" type="pres">
      <dgm:prSet presAssocID="{F0C5FA7D-E4C1-40BF-9B31-06FA8D00463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72874A3-3047-4043-9E61-962607E64276}" type="pres">
      <dgm:prSet presAssocID="{B78650CF-7661-4FBD-90AE-C712ECCA6467}" presName="spacer" presStyleCnt="0"/>
      <dgm:spPr/>
    </dgm:pt>
    <dgm:pt modelId="{E5360154-049E-4F73-8F3C-58EBF9FE88D2}" type="pres">
      <dgm:prSet presAssocID="{F87C61BF-A51F-4D9B-9632-5271929D5E6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B039D73-8228-44BF-9DA3-1AF29D032EA3}" type="pres">
      <dgm:prSet presAssocID="{8737AFB3-4817-4210-A75D-FF5A930E1D71}" presName="spacer" presStyleCnt="0"/>
      <dgm:spPr/>
    </dgm:pt>
    <dgm:pt modelId="{259F871E-871B-417D-B718-BD4F4E282DC8}" type="pres">
      <dgm:prSet presAssocID="{F69A6EE0-86B0-410F-B34A-DF28D8A4B89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5749017-E8AD-481C-82D0-0B18945DB5E9}" type="presOf" srcId="{F87C61BF-A51F-4D9B-9632-5271929D5E62}" destId="{E5360154-049E-4F73-8F3C-58EBF9FE88D2}" srcOrd="0" destOrd="0" presId="urn:microsoft.com/office/officeart/2005/8/layout/vList2"/>
    <dgm:cxn modelId="{39B1A818-4BEB-472B-8805-6C73339E7BEA}" srcId="{EA8092DB-5E67-4E6C-A7D0-8429EB76F3A6}" destId="{C3B2A1B1-42D2-4D02-A1C5-AAB31942CD9E}" srcOrd="0" destOrd="0" parTransId="{BEDD7A04-E27E-4C6E-9E05-40A9337C28C4}" sibTransId="{6FC0B23E-A4EC-4961-B48A-530A137796DD}"/>
    <dgm:cxn modelId="{00B9CF22-E08E-4F6B-842F-72C89869E5DB}" srcId="{EA8092DB-5E67-4E6C-A7D0-8429EB76F3A6}" destId="{0E540D72-AB55-4CE7-B599-E4659B0C0876}" srcOrd="1" destOrd="0" parTransId="{7740AB6F-2427-4DE7-AE6E-DFA970A33C9B}" sibTransId="{073DBEC3-FC35-46B0-8E8C-8E402CA54948}"/>
    <dgm:cxn modelId="{B006146C-74ED-4743-8411-8A2A64116233}" srcId="{EA8092DB-5E67-4E6C-A7D0-8429EB76F3A6}" destId="{F87C61BF-A51F-4D9B-9632-5271929D5E62}" srcOrd="4" destOrd="0" parTransId="{7A82C1CA-0077-4BE6-866D-782D8B906ACC}" sibTransId="{8737AFB3-4817-4210-A75D-FF5A930E1D71}"/>
    <dgm:cxn modelId="{921B4859-D847-4A17-8B1E-2E002343F7BF}" srcId="{EA8092DB-5E67-4E6C-A7D0-8429EB76F3A6}" destId="{F69A6EE0-86B0-410F-B34A-DF28D8A4B896}" srcOrd="5" destOrd="0" parTransId="{C5088D36-B713-477E-AD91-E13E53DB3A09}" sibTransId="{9580068C-B5FC-45E2-899B-F240CD737BEF}"/>
    <dgm:cxn modelId="{68B4158A-E8DA-4377-8965-973DF51B125A}" srcId="{EA8092DB-5E67-4E6C-A7D0-8429EB76F3A6}" destId="{48054195-577B-4A6E-83F9-B9910D313BFB}" srcOrd="2" destOrd="0" parTransId="{948B2991-E36E-42A0-9341-D76506751B32}" sibTransId="{1FBE7E0E-2294-490A-A567-F093649B4012}"/>
    <dgm:cxn modelId="{63E5A78B-CFE2-4B23-A7C2-26EC69040C58}" type="presOf" srcId="{F0C5FA7D-E4C1-40BF-9B31-06FA8D004638}" destId="{53895F5B-7CA0-454C-BD6D-3C0C21C789BA}" srcOrd="0" destOrd="0" presId="urn:microsoft.com/office/officeart/2005/8/layout/vList2"/>
    <dgm:cxn modelId="{5E02DB97-6CBA-4346-A3FA-99E24961017C}" type="presOf" srcId="{EA8092DB-5E67-4E6C-A7D0-8429EB76F3A6}" destId="{1EF142E8-7E38-440E-8D21-1E696DC69ABA}" srcOrd="0" destOrd="0" presId="urn:microsoft.com/office/officeart/2005/8/layout/vList2"/>
    <dgm:cxn modelId="{D904F99E-72F0-404D-BB48-E820DC9A7C89}" srcId="{EA8092DB-5E67-4E6C-A7D0-8429EB76F3A6}" destId="{F0C5FA7D-E4C1-40BF-9B31-06FA8D004638}" srcOrd="3" destOrd="0" parTransId="{2EBA6C08-00B2-4043-8C1E-CEEDAAEA884A}" sibTransId="{B78650CF-7661-4FBD-90AE-C712ECCA6467}"/>
    <dgm:cxn modelId="{2A9B69A6-B1E2-4E5C-8719-F70863487B28}" type="presOf" srcId="{C3B2A1B1-42D2-4D02-A1C5-AAB31942CD9E}" destId="{D28AD291-41F9-4AB2-8014-168C4500DF9B}" srcOrd="0" destOrd="0" presId="urn:microsoft.com/office/officeart/2005/8/layout/vList2"/>
    <dgm:cxn modelId="{66271ABA-94B9-43C5-B495-2B4A7A727237}" type="presOf" srcId="{0E540D72-AB55-4CE7-B599-E4659B0C0876}" destId="{7A85BB90-48E5-463A-B6D5-26817320707F}" srcOrd="0" destOrd="0" presId="urn:microsoft.com/office/officeart/2005/8/layout/vList2"/>
    <dgm:cxn modelId="{84EE86C3-EACD-4CDD-B1EE-41B7C34F061A}" type="presOf" srcId="{48054195-577B-4A6E-83F9-B9910D313BFB}" destId="{F52A2DDB-2F49-4117-B17E-D17AB579870A}" srcOrd="0" destOrd="0" presId="urn:microsoft.com/office/officeart/2005/8/layout/vList2"/>
    <dgm:cxn modelId="{D458ADDD-C457-409D-8937-2D806592886F}" type="presOf" srcId="{F69A6EE0-86B0-410F-B34A-DF28D8A4B896}" destId="{259F871E-871B-417D-B718-BD4F4E282DC8}" srcOrd="0" destOrd="0" presId="urn:microsoft.com/office/officeart/2005/8/layout/vList2"/>
    <dgm:cxn modelId="{5CDF8649-E272-46D9-8C1A-99EA96FEA119}" type="presParOf" srcId="{1EF142E8-7E38-440E-8D21-1E696DC69ABA}" destId="{D28AD291-41F9-4AB2-8014-168C4500DF9B}" srcOrd="0" destOrd="0" presId="urn:microsoft.com/office/officeart/2005/8/layout/vList2"/>
    <dgm:cxn modelId="{B01EF6EE-DCF2-4DED-8A21-BCC0EA9A6252}" type="presParOf" srcId="{1EF142E8-7E38-440E-8D21-1E696DC69ABA}" destId="{A2CF9159-E6CD-4CF5-BFFD-867AC45FBEA8}" srcOrd="1" destOrd="0" presId="urn:microsoft.com/office/officeart/2005/8/layout/vList2"/>
    <dgm:cxn modelId="{36247602-5847-4811-93AE-02C09A93B179}" type="presParOf" srcId="{1EF142E8-7E38-440E-8D21-1E696DC69ABA}" destId="{7A85BB90-48E5-463A-B6D5-26817320707F}" srcOrd="2" destOrd="0" presId="urn:microsoft.com/office/officeart/2005/8/layout/vList2"/>
    <dgm:cxn modelId="{D23C9FEB-4D27-4EF9-B96B-F49DEA286CED}" type="presParOf" srcId="{1EF142E8-7E38-440E-8D21-1E696DC69ABA}" destId="{427D17DC-3541-4BF9-A4E1-D8EE2206BF56}" srcOrd="3" destOrd="0" presId="urn:microsoft.com/office/officeart/2005/8/layout/vList2"/>
    <dgm:cxn modelId="{5222C46C-D000-4DEA-B0A4-FD1E51F3C509}" type="presParOf" srcId="{1EF142E8-7E38-440E-8D21-1E696DC69ABA}" destId="{F52A2DDB-2F49-4117-B17E-D17AB579870A}" srcOrd="4" destOrd="0" presId="urn:microsoft.com/office/officeart/2005/8/layout/vList2"/>
    <dgm:cxn modelId="{2716D53B-7539-46CC-97CE-BFA3DD0E14B7}" type="presParOf" srcId="{1EF142E8-7E38-440E-8D21-1E696DC69ABA}" destId="{79FF8EA1-34FE-474A-873C-CF24A3EBC3DF}" srcOrd="5" destOrd="0" presId="urn:microsoft.com/office/officeart/2005/8/layout/vList2"/>
    <dgm:cxn modelId="{2216C34D-A8CA-491C-AADF-3D1998455C8B}" type="presParOf" srcId="{1EF142E8-7E38-440E-8D21-1E696DC69ABA}" destId="{53895F5B-7CA0-454C-BD6D-3C0C21C789BA}" srcOrd="6" destOrd="0" presId="urn:microsoft.com/office/officeart/2005/8/layout/vList2"/>
    <dgm:cxn modelId="{AC5882D9-063A-4E64-975D-E35FA26C9EB6}" type="presParOf" srcId="{1EF142E8-7E38-440E-8D21-1E696DC69ABA}" destId="{472874A3-3047-4043-9E61-962607E64276}" srcOrd="7" destOrd="0" presId="urn:microsoft.com/office/officeart/2005/8/layout/vList2"/>
    <dgm:cxn modelId="{AE4DD011-B1D9-4770-B80F-9FBA270DC64F}" type="presParOf" srcId="{1EF142E8-7E38-440E-8D21-1E696DC69ABA}" destId="{E5360154-049E-4F73-8F3C-58EBF9FE88D2}" srcOrd="8" destOrd="0" presId="urn:microsoft.com/office/officeart/2005/8/layout/vList2"/>
    <dgm:cxn modelId="{190B7DA6-E393-4E23-B277-1AFD936929BB}" type="presParOf" srcId="{1EF142E8-7E38-440E-8D21-1E696DC69ABA}" destId="{2B039D73-8228-44BF-9DA3-1AF29D032EA3}" srcOrd="9" destOrd="0" presId="urn:microsoft.com/office/officeart/2005/8/layout/vList2"/>
    <dgm:cxn modelId="{AE1BCBD6-9370-41CC-B9BF-21375B0D62B4}" type="presParOf" srcId="{1EF142E8-7E38-440E-8D21-1E696DC69ABA}" destId="{259F871E-871B-417D-B718-BD4F4E282DC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4E3DF5A-366E-4CB3-BB25-0DB59CF8881B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FAE7ED3-E284-4DA6-A58F-8BC3E67F212C}">
      <dgm:prSet/>
      <dgm:spPr/>
      <dgm:t>
        <a:bodyPr/>
        <a:lstStyle/>
        <a:p>
          <a:r>
            <a:rPr lang="en-US" b="0" i="0"/>
            <a:t>ADAS = Advanced Driver Assistance Systems.</a:t>
          </a:r>
          <a:endParaRPr lang="en-US"/>
        </a:p>
      </dgm:t>
    </dgm:pt>
    <dgm:pt modelId="{F64201FB-85B2-4F1C-9913-90833D1AABD2}" type="parTrans" cxnId="{743C3DCF-D552-4BFA-977B-AC4B22BFDA2B}">
      <dgm:prSet/>
      <dgm:spPr/>
      <dgm:t>
        <a:bodyPr/>
        <a:lstStyle/>
        <a:p>
          <a:endParaRPr lang="en-US"/>
        </a:p>
      </dgm:t>
    </dgm:pt>
    <dgm:pt modelId="{3767CF43-90C6-477D-B597-7317412C6499}" type="sibTrans" cxnId="{743C3DCF-D552-4BFA-977B-AC4B22BFDA2B}">
      <dgm:prSet/>
      <dgm:spPr/>
      <dgm:t>
        <a:bodyPr/>
        <a:lstStyle/>
        <a:p>
          <a:endParaRPr lang="en-US"/>
        </a:p>
      </dgm:t>
    </dgm:pt>
    <dgm:pt modelId="{6B35C720-EC36-4EE4-82F9-6B917B2F7EA5}">
      <dgm:prSet/>
      <dgm:spPr/>
      <dgm:t>
        <a:bodyPr/>
        <a:lstStyle/>
        <a:p>
          <a:r>
            <a:rPr lang="en-US" b="0" i="0"/>
            <a:t>Importan</a:t>
          </a:r>
          <a:r>
            <a:rPr lang="ro-RO" b="0" i="0"/>
            <a:t>ţ</a:t>
          </a:r>
          <a:r>
            <a:rPr lang="en-US" b="0" i="0"/>
            <a:t>a sistemului AEB (Automated Emergency Braking).</a:t>
          </a:r>
          <a:endParaRPr lang="en-US"/>
        </a:p>
      </dgm:t>
    </dgm:pt>
    <dgm:pt modelId="{BD3B9208-41C8-4460-8B02-EBEAB4C3B5AB}" type="parTrans" cxnId="{7A7888F9-B927-4756-AE1C-1DE86105A9ED}">
      <dgm:prSet/>
      <dgm:spPr/>
      <dgm:t>
        <a:bodyPr/>
        <a:lstStyle/>
        <a:p>
          <a:endParaRPr lang="en-US"/>
        </a:p>
      </dgm:t>
    </dgm:pt>
    <dgm:pt modelId="{DDF78B24-AB41-4FA7-A99D-36196FF98A2C}" type="sibTrans" cxnId="{7A7888F9-B927-4756-AE1C-1DE86105A9ED}">
      <dgm:prSet/>
      <dgm:spPr/>
      <dgm:t>
        <a:bodyPr/>
        <a:lstStyle/>
        <a:p>
          <a:endParaRPr lang="en-US"/>
        </a:p>
      </dgm:t>
    </dgm:pt>
    <dgm:pt modelId="{EC4FEE7E-2130-46F0-9C8B-13B9A3C50AD9}">
      <dgm:prSet/>
      <dgm:spPr/>
      <dgm:t>
        <a:bodyPr/>
        <a:lstStyle/>
        <a:p>
          <a:r>
            <a:rPr lang="en-US" b="0" i="0"/>
            <a:t>Provocarea principal</a:t>
          </a:r>
          <a:r>
            <a:rPr lang="ro-RO" b="0" i="0"/>
            <a:t>ă</a:t>
          </a:r>
          <a:r>
            <a:rPr lang="en-US" b="0" i="0"/>
            <a:t>: Identificarea semanticã (CE este) vs. Estimarea metricã (UNDE este).</a:t>
          </a:r>
          <a:endParaRPr lang="en-US"/>
        </a:p>
      </dgm:t>
    </dgm:pt>
    <dgm:pt modelId="{46C3C7EF-7866-46A9-8E4E-E9708F3A8386}" type="parTrans" cxnId="{DC76F206-152E-4359-9B1D-E714EB4D9E60}">
      <dgm:prSet/>
      <dgm:spPr/>
      <dgm:t>
        <a:bodyPr/>
        <a:lstStyle/>
        <a:p>
          <a:endParaRPr lang="en-US"/>
        </a:p>
      </dgm:t>
    </dgm:pt>
    <dgm:pt modelId="{004D6FBD-BFD5-4491-A031-5E645D9E4ED8}" type="sibTrans" cxnId="{DC76F206-152E-4359-9B1D-E714EB4D9E60}">
      <dgm:prSet/>
      <dgm:spPr/>
      <dgm:t>
        <a:bodyPr/>
        <a:lstStyle/>
        <a:p>
          <a:endParaRPr lang="en-US"/>
        </a:p>
      </dgm:t>
    </dgm:pt>
    <dgm:pt modelId="{E58558A9-74A9-4D67-9DE8-4F7E42F9C297}" type="pres">
      <dgm:prSet presAssocID="{E4E3DF5A-366E-4CB3-BB25-0DB59CF8881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416C9A2-7419-4D74-BB81-88BBE8FD9BD5}" type="pres">
      <dgm:prSet presAssocID="{2FAE7ED3-E284-4DA6-A58F-8BC3E67F212C}" presName="hierRoot1" presStyleCnt="0"/>
      <dgm:spPr/>
    </dgm:pt>
    <dgm:pt modelId="{8F085377-F82D-4C9F-B052-A90941E64ADB}" type="pres">
      <dgm:prSet presAssocID="{2FAE7ED3-E284-4DA6-A58F-8BC3E67F212C}" presName="composite" presStyleCnt="0"/>
      <dgm:spPr/>
    </dgm:pt>
    <dgm:pt modelId="{DFD58621-3E70-420A-87FA-FC87F67AA42D}" type="pres">
      <dgm:prSet presAssocID="{2FAE7ED3-E284-4DA6-A58F-8BC3E67F212C}" presName="background" presStyleLbl="node0" presStyleIdx="0" presStyleCnt="3"/>
      <dgm:spPr/>
    </dgm:pt>
    <dgm:pt modelId="{A5852BB5-4BDB-435A-A221-709E5E5CF80A}" type="pres">
      <dgm:prSet presAssocID="{2FAE7ED3-E284-4DA6-A58F-8BC3E67F212C}" presName="text" presStyleLbl="fgAcc0" presStyleIdx="0" presStyleCnt="3">
        <dgm:presLayoutVars>
          <dgm:chPref val="3"/>
        </dgm:presLayoutVars>
      </dgm:prSet>
      <dgm:spPr/>
    </dgm:pt>
    <dgm:pt modelId="{DFF5B5F0-7D82-478A-8171-EAA3922152F1}" type="pres">
      <dgm:prSet presAssocID="{2FAE7ED3-E284-4DA6-A58F-8BC3E67F212C}" presName="hierChild2" presStyleCnt="0"/>
      <dgm:spPr/>
    </dgm:pt>
    <dgm:pt modelId="{F2642FE1-0184-43E7-885E-E68EA520C473}" type="pres">
      <dgm:prSet presAssocID="{6B35C720-EC36-4EE4-82F9-6B917B2F7EA5}" presName="hierRoot1" presStyleCnt="0"/>
      <dgm:spPr/>
    </dgm:pt>
    <dgm:pt modelId="{88B7330D-B7E7-4977-BC90-7154A0EF1B55}" type="pres">
      <dgm:prSet presAssocID="{6B35C720-EC36-4EE4-82F9-6B917B2F7EA5}" presName="composite" presStyleCnt="0"/>
      <dgm:spPr/>
    </dgm:pt>
    <dgm:pt modelId="{F5DBC132-46FC-4343-913F-09C6BA375878}" type="pres">
      <dgm:prSet presAssocID="{6B35C720-EC36-4EE4-82F9-6B917B2F7EA5}" presName="background" presStyleLbl="node0" presStyleIdx="1" presStyleCnt="3"/>
      <dgm:spPr/>
    </dgm:pt>
    <dgm:pt modelId="{9B4921A8-16C8-4123-A50A-2062DAF31C3B}" type="pres">
      <dgm:prSet presAssocID="{6B35C720-EC36-4EE4-82F9-6B917B2F7EA5}" presName="text" presStyleLbl="fgAcc0" presStyleIdx="1" presStyleCnt="3">
        <dgm:presLayoutVars>
          <dgm:chPref val="3"/>
        </dgm:presLayoutVars>
      </dgm:prSet>
      <dgm:spPr/>
    </dgm:pt>
    <dgm:pt modelId="{CC072597-E0D6-4121-820C-386471E0458F}" type="pres">
      <dgm:prSet presAssocID="{6B35C720-EC36-4EE4-82F9-6B917B2F7EA5}" presName="hierChild2" presStyleCnt="0"/>
      <dgm:spPr/>
    </dgm:pt>
    <dgm:pt modelId="{C44D7BEE-C5B8-4394-AFE3-8FA34B42B367}" type="pres">
      <dgm:prSet presAssocID="{EC4FEE7E-2130-46F0-9C8B-13B9A3C50AD9}" presName="hierRoot1" presStyleCnt="0"/>
      <dgm:spPr/>
    </dgm:pt>
    <dgm:pt modelId="{48ABCA6F-CAB4-45DD-A27F-51CAEF160C56}" type="pres">
      <dgm:prSet presAssocID="{EC4FEE7E-2130-46F0-9C8B-13B9A3C50AD9}" presName="composite" presStyleCnt="0"/>
      <dgm:spPr/>
    </dgm:pt>
    <dgm:pt modelId="{FDAA7290-6EBF-48C0-887D-DC74F19024F7}" type="pres">
      <dgm:prSet presAssocID="{EC4FEE7E-2130-46F0-9C8B-13B9A3C50AD9}" presName="background" presStyleLbl="node0" presStyleIdx="2" presStyleCnt="3"/>
      <dgm:spPr/>
    </dgm:pt>
    <dgm:pt modelId="{91E88B7A-E159-4BDE-8085-BFB3C7C92D68}" type="pres">
      <dgm:prSet presAssocID="{EC4FEE7E-2130-46F0-9C8B-13B9A3C50AD9}" presName="text" presStyleLbl="fgAcc0" presStyleIdx="2" presStyleCnt="3">
        <dgm:presLayoutVars>
          <dgm:chPref val="3"/>
        </dgm:presLayoutVars>
      </dgm:prSet>
      <dgm:spPr/>
    </dgm:pt>
    <dgm:pt modelId="{BBB0BEFE-84F2-4618-BFCF-87AE076706A6}" type="pres">
      <dgm:prSet presAssocID="{EC4FEE7E-2130-46F0-9C8B-13B9A3C50AD9}" presName="hierChild2" presStyleCnt="0"/>
      <dgm:spPr/>
    </dgm:pt>
  </dgm:ptLst>
  <dgm:cxnLst>
    <dgm:cxn modelId="{DC76F206-152E-4359-9B1D-E714EB4D9E60}" srcId="{E4E3DF5A-366E-4CB3-BB25-0DB59CF8881B}" destId="{EC4FEE7E-2130-46F0-9C8B-13B9A3C50AD9}" srcOrd="2" destOrd="0" parTransId="{46C3C7EF-7866-46A9-8E4E-E9708F3A8386}" sibTransId="{004D6FBD-BFD5-4491-A031-5E645D9E4ED8}"/>
    <dgm:cxn modelId="{A030CE36-6211-4DD4-82EA-6E8E9DBAA7D1}" type="presOf" srcId="{2FAE7ED3-E284-4DA6-A58F-8BC3E67F212C}" destId="{A5852BB5-4BDB-435A-A221-709E5E5CF80A}" srcOrd="0" destOrd="0" presId="urn:microsoft.com/office/officeart/2005/8/layout/hierarchy1"/>
    <dgm:cxn modelId="{2F414853-D400-4FDB-9752-3499452100BA}" type="presOf" srcId="{E4E3DF5A-366E-4CB3-BB25-0DB59CF8881B}" destId="{E58558A9-74A9-4D67-9DE8-4F7E42F9C297}" srcOrd="0" destOrd="0" presId="urn:microsoft.com/office/officeart/2005/8/layout/hierarchy1"/>
    <dgm:cxn modelId="{743C3DCF-D552-4BFA-977B-AC4B22BFDA2B}" srcId="{E4E3DF5A-366E-4CB3-BB25-0DB59CF8881B}" destId="{2FAE7ED3-E284-4DA6-A58F-8BC3E67F212C}" srcOrd="0" destOrd="0" parTransId="{F64201FB-85B2-4F1C-9913-90833D1AABD2}" sibTransId="{3767CF43-90C6-477D-B597-7317412C6499}"/>
    <dgm:cxn modelId="{CE3ABCD6-D3C4-4E65-AB63-8DA2B55635CD}" type="presOf" srcId="{EC4FEE7E-2130-46F0-9C8B-13B9A3C50AD9}" destId="{91E88B7A-E159-4BDE-8085-BFB3C7C92D68}" srcOrd="0" destOrd="0" presId="urn:microsoft.com/office/officeart/2005/8/layout/hierarchy1"/>
    <dgm:cxn modelId="{BED6E6D8-88EE-451D-A066-66BC66C52F10}" type="presOf" srcId="{6B35C720-EC36-4EE4-82F9-6B917B2F7EA5}" destId="{9B4921A8-16C8-4123-A50A-2062DAF31C3B}" srcOrd="0" destOrd="0" presId="urn:microsoft.com/office/officeart/2005/8/layout/hierarchy1"/>
    <dgm:cxn modelId="{7A7888F9-B927-4756-AE1C-1DE86105A9ED}" srcId="{E4E3DF5A-366E-4CB3-BB25-0DB59CF8881B}" destId="{6B35C720-EC36-4EE4-82F9-6B917B2F7EA5}" srcOrd="1" destOrd="0" parTransId="{BD3B9208-41C8-4460-8B02-EBEAB4C3B5AB}" sibTransId="{DDF78B24-AB41-4FA7-A99D-36196FF98A2C}"/>
    <dgm:cxn modelId="{D7ECFA47-BC82-4F82-9111-58C91FA49D92}" type="presParOf" srcId="{E58558A9-74A9-4D67-9DE8-4F7E42F9C297}" destId="{A416C9A2-7419-4D74-BB81-88BBE8FD9BD5}" srcOrd="0" destOrd="0" presId="urn:microsoft.com/office/officeart/2005/8/layout/hierarchy1"/>
    <dgm:cxn modelId="{C28FAB03-AE05-4CBA-A456-889E0F7D0BCD}" type="presParOf" srcId="{A416C9A2-7419-4D74-BB81-88BBE8FD9BD5}" destId="{8F085377-F82D-4C9F-B052-A90941E64ADB}" srcOrd="0" destOrd="0" presId="urn:microsoft.com/office/officeart/2005/8/layout/hierarchy1"/>
    <dgm:cxn modelId="{46CB6EB6-F3C3-4BB9-9CD3-D9FBA3069698}" type="presParOf" srcId="{8F085377-F82D-4C9F-B052-A90941E64ADB}" destId="{DFD58621-3E70-420A-87FA-FC87F67AA42D}" srcOrd="0" destOrd="0" presId="urn:microsoft.com/office/officeart/2005/8/layout/hierarchy1"/>
    <dgm:cxn modelId="{85E475E9-44AE-4EAF-8A60-E3636B392D8A}" type="presParOf" srcId="{8F085377-F82D-4C9F-B052-A90941E64ADB}" destId="{A5852BB5-4BDB-435A-A221-709E5E5CF80A}" srcOrd="1" destOrd="0" presId="urn:microsoft.com/office/officeart/2005/8/layout/hierarchy1"/>
    <dgm:cxn modelId="{827488FE-F33C-4AAF-A529-76A1EBD6F448}" type="presParOf" srcId="{A416C9A2-7419-4D74-BB81-88BBE8FD9BD5}" destId="{DFF5B5F0-7D82-478A-8171-EAA3922152F1}" srcOrd="1" destOrd="0" presId="urn:microsoft.com/office/officeart/2005/8/layout/hierarchy1"/>
    <dgm:cxn modelId="{CA785A65-3599-4AC3-8057-68DC324B73C0}" type="presParOf" srcId="{E58558A9-74A9-4D67-9DE8-4F7E42F9C297}" destId="{F2642FE1-0184-43E7-885E-E68EA520C473}" srcOrd="1" destOrd="0" presId="urn:microsoft.com/office/officeart/2005/8/layout/hierarchy1"/>
    <dgm:cxn modelId="{8C7726B8-38AE-4FE0-ACE0-704C5D6CD55D}" type="presParOf" srcId="{F2642FE1-0184-43E7-885E-E68EA520C473}" destId="{88B7330D-B7E7-4977-BC90-7154A0EF1B55}" srcOrd="0" destOrd="0" presId="urn:microsoft.com/office/officeart/2005/8/layout/hierarchy1"/>
    <dgm:cxn modelId="{F51A2590-9072-4FB9-B8C6-23815DC364C6}" type="presParOf" srcId="{88B7330D-B7E7-4977-BC90-7154A0EF1B55}" destId="{F5DBC132-46FC-4343-913F-09C6BA375878}" srcOrd="0" destOrd="0" presId="urn:microsoft.com/office/officeart/2005/8/layout/hierarchy1"/>
    <dgm:cxn modelId="{87E06C95-6F07-4EAB-86DC-25357765809F}" type="presParOf" srcId="{88B7330D-B7E7-4977-BC90-7154A0EF1B55}" destId="{9B4921A8-16C8-4123-A50A-2062DAF31C3B}" srcOrd="1" destOrd="0" presId="urn:microsoft.com/office/officeart/2005/8/layout/hierarchy1"/>
    <dgm:cxn modelId="{39F504F1-7F46-45DA-822A-D023A5C1419D}" type="presParOf" srcId="{F2642FE1-0184-43E7-885E-E68EA520C473}" destId="{CC072597-E0D6-4121-820C-386471E0458F}" srcOrd="1" destOrd="0" presId="urn:microsoft.com/office/officeart/2005/8/layout/hierarchy1"/>
    <dgm:cxn modelId="{52B5B141-C28E-4C6F-907A-21EAD6329320}" type="presParOf" srcId="{E58558A9-74A9-4D67-9DE8-4F7E42F9C297}" destId="{C44D7BEE-C5B8-4394-AFE3-8FA34B42B367}" srcOrd="2" destOrd="0" presId="urn:microsoft.com/office/officeart/2005/8/layout/hierarchy1"/>
    <dgm:cxn modelId="{C6914274-DA4B-4367-B3A6-45E5DF5200AF}" type="presParOf" srcId="{C44D7BEE-C5B8-4394-AFE3-8FA34B42B367}" destId="{48ABCA6F-CAB4-45DD-A27F-51CAEF160C56}" srcOrd="0" destOrd="0" presId="urn:microsoft.com/office/officeart/2005/8/layout/hierarchy1"/>
    <dgm:cxn modelId="{18281CA1-6F8F-4C8E-BDDC-F55FE36137A3}" type="presParOf" srcId="{48ABCA6F-CAB4-45DD-A27F-51CAEF160C56}" destId="{FDAA7290-6EBF-48C0-887D-DC74F19024F7}" srcOrd="0" destOrd="0" presId="urn:microsoft.com/office/officeart/2005/8/layout/hierarchy1"/>
    <dgm:cxn modelId="{B15CA89D-22ED-43BB-A936-A0410623A762}" type="presParOf" srcId="{48ABCA6F-CAB4-45DD-A27F-51CAEF160C56}" destId="{91E88B7A-E159-4BDE-8085-BFB3C7C92D68}" srcOrd="1" destOrd="0" presId="urn:microsoft.com/office/officeart/2005/8/layout/hierarchy1"/>
    <dgm:cxn modelId="{0A971BF5-3989-4AE3-9083-F3CCACCC3973}" type="presParOf" srcId="{C44D7BEE-C5B8-4394-AFE3-8FA34B42B367}" destId="{BBB0BEFE-84F2-4618-BFCF-87AE076706A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CF99C7-8D10-413B-8FEC-DCA588E426C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9B6A7FB-2DD7-4D09-9426-0FEC04B5349C}">
      <dgm:prSet/>
      <dgm:spPr/>
      <dgm:t>
        <a:bodyPr/>
        <a:lstStyle/>
        <a:p>
          <a:r>
            <a:rPr lang="en-US" b="0" i="0"/>
            <a:t>Senzorii clasici (Radar) sunt buni la distan</a:t>
          </a:r>
          <a:r>
            <a:rPr lang="ro-RO" b="0" i="0"/>
            <a:t>ţă</a:t>
          </a:r>
          <a:r>
            <a:rPr lang="en-US" b="0" i="0"/>
            <a:t>, dar slabi la identificarea formei.</a:t>
          </a:r>
          <a:endParaRPr lang="en-US"/>
        </a:p>
      </dgm:t>
    </dgm:pt>
    <dgm:pt modelId="{058F42F5-6DC2-4FF1-BA75-C8F591CD4907}" type="parTrans" cxnId="{AEB5BA1C-390E-40FC-BAE8-4D8BEAB8A0E1}">
      <dgm:prSet/>
      <dgm:spPr/>
      <dgm:t>
        <a:bodyPr/>
        <a:lstStyle/>
        <a:p>
          <a:endParaRPr lang="en-US"/>
        </a:p>
      </dgm:t>
    </dgm:pt>
    <dgm:pt modelId="{40A044CB-F54C-4160-8FEB-E20CDFD021E1}" type="sibTrans" cxnId="{AEB5BA1C-390E-40FC-BAE8-4D8BEAB8A0E1}">
      <dgm:prSet/>
      <dgm:spPr/>
      <dgm:t>
        <a:bodyPr/>
        <a:lstStyle/>
        <a:p>
          <a:endParaRPr lang="en-US"/>
        </a:p>
      </dgm:t>
    </dgm:pt>
    <dgm:pt modelId="{151F9880-8C41-456C-9DC9-D873241E58F8}">
      <dgm:prSet/>
      <dgm:spPr/>
      <dgm:t>
        <a:bodyPr/>
        <a:lstStyle/>
        <a:p>
          <a:r>
            <a:rPr lang="en-US" b="0" i="0"/>
            <a:t>Camera Mono e excelent</a:t>
          </a:r>
          <a:r>
            <a:rPr lang="ro-RO" b="0" i="0"/>
            <a:t>ă l</a:t>
          </a:r>
          <a:r>
            <a:rPr lang="en-US" b="0" i="0"/>
            <a:t>a identificare, dar nu poate m</a:t>
          </a:r>
          <a:r>
            <a:rPr lang="ro-RO" b="0" i="0"/>
            <a:t>ă</a:t>
          </a:r>
          <a:r>
            <a:rPr lang="en-US" b="0" i="0"/>
            <a:t>sura precis distan</a:t>
          </a:r>
          <a:r>
            <a:rPr lang="ro-RO" b="0" i="0"/>
            <a:t>ţ</a:t>
          </a:r>
          <a:r>
            <a:rPr lang="en-US" b="0" i="0"/>
            <a:t>a.</a:t>
          </a:r>
          <a:endParaRPr lang="en-US"/>
        </a:p>
      </dgm:t>
    </dgm:pt>
    <dgm:pt modelId="{A11868A2-2415-49E0-A57D-78AC0E1D620E}" type="parTrans" cxnId="{1928AD1D-B1C0-4BDD-AC23-B55DD360342D}">
      <dgm:prSet/>
      <dgm:spPr/>
      <dgm:t>
        <a:bodyPr/>
        <a:lstStyle/>
        <a:p>
          <a:endParaRPr lang="en-US"/>
        </a:p>
      </dgm:t>
    </dgm:pt>
    <dgm:pt modelId="{02A36D8D-4BDB-446D-A574-E437B7A8AC88}" type="sibTrans" cxnId="{1928AD1D-B1C0-4BDD-AC23-B55DD360342D}">
      <dgm:prSet/>
      <dgm:spPr/>
      <dgm:t>
        <a:bodyPr/>
        <a:lstStyle/>
        <a:p>
          <a:endParaRPr lang="en-US"/>
        </a:p>
      </dgm:t>
    </dgm:pt>
    <dgm:pt modelId="{AFF72A23-1AB2-450B-A163-945FBAE6E351}">
      <dgm:prSet/>
      <dgm:spPr/>
      <dgm:t>
        <a:bodyPr/>
        <a:lstStyle/>
        <a:p>
          <a:r>
            <a:rPr lang="en-US" b="0" i="0"/>
            <a:t>Solu</a:t>
          </a:r>
          <a:r>
            <a:rPr lang="ro-RO" b="0" i="0"/>
            <a:t>ţ</a:t>
          </a:r>
          <a:r>
            <a:rPr lang="en-US" b="0" i="0"/>
            <a:t>ia propus</a:t>
          </a:r>
          <a:r>
            <a:rPr lang="ro-RO" b="0" i="0"/>
            <a:t>ă</a:t>
          </a:r>
          <a:r>
            <a:rPr lang="en-US" b="0" i="0"/>
            <a:t>: Camere Stereo (geometrie) + Re</a:t>
          </a:r>
          <a:r>
            <a:rPr lang="ro-RO" b="0" i="0"/>
            <a:t>ţ</a:t>
          </a:r>
          <a:r>
            <a:rPr lang="en-US" b="0" i="0"/>
            <a:t>ele Neurale (inteligen</a:t>
          </a:r>
          <a:r>
            <a:rPr lang="ro-RO" b="0" i="0"/>
            <a:t>ţă</a:t>
          </a:r>
          <a:r>
            <a:rPr lang="en-US" b="0" i="0"/>
            <a:t> semantic</a:t>
          </a:r>
          <a:r>
            <a:rPr lang="ro-RO" b="0" i="0"/>
            <a:t>ă</a:t>
          </a:r>
          <a:r>
            <a:rPr lang="en-US" b="0" i="0"/>
            <a:t>).</a:t>
          </a:r>
          <a:endParaRPr lang="en-US"/>
        </a:p>
      </dgm:t>
    </dgm:pt>
    <dgm:pt modelId="{BCAF8156-6972-4B1C-A2FD-F176A08EB113}" type="parTrans" cxnId="{4E8EBA76-8953-4992-BBE7-62F2CBBECE60}">
      <dgm:prSet/>
      <dgm:spPr/>
      <dgm:t>
        <a:bodyPr/>
        <a:lstStyle/>
        <a:p>
          <a:endParaRPr lang="en-US"/>
        </a:p>
      </dgm:t>
    </dgm:pt>
    <dgm:pt modelId="{4E45B3C6-024E-4D58-8188-C04291AB699C}" type="sibTrans" cxnId="{4E8EBA76-8953-4992-BBE7-62F2CBBECE60}">
      <dgm:prSet/>
      <dgm:spPr/>
      <dgm:t>
        <a:bodyPr/>
        <a:lstStyle/>
        <a:p>
          <a:endParaRPr lang="en-US"/>
        </a:p>
      </dgm:t>
    </dgm:pt>
    <dgm:pt modelId="{B2F00103-300D-4FDB-9E99-9E81774CB2BC}" type="pres">
      <dgm:prSet presAssocID="{79CF99C7-8D10-413B-8FEC-DCA588E426C2}" presName="root" presStyleCnt="0">
        <dgm:presLayoutVars>
          <dgm:dir/>
          <dgm:resizeHandles val="exact"/>
        </dgm:presLayoutVars>
      </dgm:prSet>
      <dgm:spPr/>
    </dgm:pt>
    <dgm:pt modelId="{EA08144C-65A6-41DA-84DF-51BEBD07C289}" type="pres">
      <dgm:prSet presAssocID="{B9B6A7FB-2DD7-4D09-9426-0FEC04B5349C}" presName="compNode" presStyleCnt="0"/>
      <dgm:spPr/>
    </dgm:pt>
    <dgm:pt modelId="{61EBD030-6706-4322-ADE8-6DF73BAF0F7D}" type="pres">
      <dgm:prSet presAssocID="{B9B6A7FB-2DD7-4D09-9426-0FEC04B5349C}" presName="bgRect" presStyleLbl="bgShp" presStyleIdx="0" presStyleCnt="3"/>
      <dgm:spPr/>
    </dgm:pt>
    <dgm:pt modelId="{02F7CF43-3D4B-4BFD-8316-450BFF61D721}" type="pres">
      <dgm:prSet presAssocID="{B9B6A7FB-2DD7-4D09-9426-0FEC04B5349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4E116729-B40E-45AE-A18B-C9A2DA1F62A9}" type="pres">
      <dgm:prSet presAssocID="{B9B6A7FB-2DD7-4D09-9426-0FEC04B5349C}" presName="spaceRect" presStyleCnt="0"/>
      <dgm:spPr/>
    </dgm:pt>
    <dgm:pt modelId="{E10529F3-88C8-4DE4-B827-8931A947594F}" type="pres">
      <dgm:prSet presAssocID="{B9B6A7FB-2DD7-4D09-9426-0FEC04B5349C}" presName="parTx" presStyleLbl="revTx" presStyleIdx="0" presStyleCnt="3">
        <dgm:presLayoutVars>
          <dgm:chMax val="0"/>
          <dgm:chPref val="0"/>
        </dgm:presLayoutVars>
      </dgm:prSet>
      <dgm:spPr/>
    </dgm:pt>
    <dgm:pt modelId="{3E88A866-1F88-4587-8C18-FC56BE15231C}" type="pres">
      <dgm:prSet presAssocID="{40A044CB-F54C-4160-8FEB-E20CDFD021E1}" presName="sibTrans" presStyleCnt="0"/>
      <dgm:spPr/>
    </dgm:pt>
    <dgm:pt modelId="{B3B02E12-700E-43D1-A35C-286C9B201A50}" type="pres">
      <dgm:prSet presAssocID="{151F9880-8C41-456C-9DC9-D873241E58F8}" presName="compNode" presStyleCnt="0"/>
      <dgm:spPr/>
    </dgm:pt>
    <dgm:pt modelId="{C7FB25B9-D180-4F04-9D2A-74A816C57805}" type="pres">
      <dgm:prSet presAssocID="{151F9880-8C41-456C-9DC9-D873241E58F8}" presName="bgRect" presStyleLbl="bgShp" presStyleIdx="1" presStyleCnt="3"/>
      <dgm:spPr/>
    </dgm:pt>
    <dgm:pt modelId="{468C1A2B-BB62-4456-A9C1-D1F8D3183D47}" type="pres">
      <dgm:prSet presAssocID="{151F9880-8C41-456C-9DC9-D873241E58F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4D6E4F23-4173-4987-B6BD-5EE861AC1FE1}" type="pres">
      <dgm:prSet presAssocID="{151F9880-8C41-456C-9DC9-D873241E58F8}" presName="spaceRect" presStyleCnt="0"/>
      <dgm:spPr/>
    </dgm:pt>
    <dgm:pt modelId="{C3C1AA05-EF52-4F6E-9FAB-8E166BDFB43E}" type="pres">
      <dgm:prSet presAssocID="{151F9880-8C41-456C-9DC9-D873241E58F8}" presName="parTx" presStyleLbl="revTx" presStyleIdx="1" presStyleCnt="3">
        <dgm:presLayoutVars>
          <dgm:chMax val="0"/>
          <dgm:chPref val="0"/>
        </dgm:presLayoutVars>
      </dgm:prSet>
      <dgm:spPr/>
    </dgm:pt>
    <dgm:pt modelId="{FED62943-399D-480F-9CBB-6A559B266DEB}" type="pres">
      <dgm:prSet presAssocID="{02A36D8D-4BDB-446D-A574-E437B7A8AC88}" presName="sibTrans" presStyleCnt="0"/>
      <dgm:spPr/>
    </dgm:pt>
    <dgm:pt modelId="{53919E43-DD8B-47EB-A67B-8A356473D7C3}" type="pres">
      <dgm:prSet presAssocID="{AFF72A23-1AB2-450B-A163-945FBAE6E351}" presName="compNode" presStyleCnt="0"/>
      <dgm:spPr/>
    </dgm:pt>
    <dgm:pt modelId="{7D3EEA78-6AB6-4F86-BAC6-94BACA6CFEC9}" type="pres">
      <dgm:prSet presAssocID="{AFF72A23-1AB2-450B-A163-945FBAE6E351}" presName="bgRect" presStyleLbl="bgShp" presStyleIdx="2" presStyleCnt="3"/>
      <dgm:spPr/>
    </dgm:pt>
    <dgm:pt modelId="{F46CA056-33DE-4D70-A685-6E286B5A5E21}" type="pres">
      <dgm:prSet presAssocID="{AFF72A23-1AB2-450B-A163-945FBAE6E35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BA2B125D-223E-4579-8AAD-8873A324D392}" type="pres">
      <dgm:prSet presAssocID="{AFF72A23-1AB2-450B-A163-945FBAE6E351}" presName="spaceRect" presStyleCnt="0"/>
      <dgm:spPr/>
    </dgm:pt>
    <dgm:pt modelId="{A69085DA-5CEA-4768-9983-3DA05A159D74}" type="pres">
      <dgm:prSet presAssocID="{AFF72A23-1AB2-450B-A163-945FBAE6E35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EB5BA1C-390E-40FC-BAE8-4D8BEAB8A0E1}" srcId="{79CF99C7-8D10-413B-8FEC-DCA588E426C2}" destId="{B9B6A7FB-2DD7-4D09-9426-0FEC04B5349C}" srcOrd="0" destOrd="0" parTransId="{058F42F5-6DC2-4FF1-BA75-C8F591CD4907}" sibTransId="{40A044CB-F54C-4160-8FEB-E20CDFD021E1}"/>
    <dgm:cxn modelId="{1928AD1D-B1C0-4BDD-AC23-B55DD360342D}" srcId="{79CF99C7-8D10-413B-8FEC-DCA588E426C2}" destId="{151F9880-8C41-456C-9DC9-D873241E58F8}" srcOrd="1" destOrd="0" parTransId="{A11868A2-2415-49E0-A57D-78AC0E1D620E}" sibTransId="{02A36D8D-4BDB-446D-A574-E437B7A8AC88}"/>
    <dgm:cxn modelId="{4F288B2E-E8C7-4361-A48C-3EB170797514}" type="presOf" srcId="{B9B6A7FB-2DD7-4D09-9426-0FEC04B5349C}" destId="{E10529F3-88C8-4DE4-B827-8931A947594F}" srcOrd="0" destOrd="0" presId="urn:microsoft.com/office/officeart/2018/2/layout/IconVerticalSolidList"/>
    <dgm:cxn modelId="{4E8EBA76-8953-4992-BBE7-62F2CBBECE60}" srcId="{79CF99C7-8D10-413B-8FEC-DCA588E426C2}" destId="{AFF72A23-1AB2-450B-A163-945FBAE6E351}" srcOrd="2" destOrd="0" parTransId="{BCAF8156-6972-4B1C-A2FD-F176A08EB113}" sibTransId="{4E45B3C6-024E-4D58-8188-C04291AB699C}"/>
    <dgm:cxn modelId="{C7AF20A7-B296-4837-9503-39FF240B5431}" type="presOf" srcId="{AFF72A23-1AB2-450B-A163-945FBAE6E351}" destId="{A69085DA-5CEA-4768-9983-3DA05A159D74}" srcOrd="0" destOrd="0" presId="urn:microsoft.com/office/officeart/2018/2/layout/IconVerticalSolidList"/>
    <dgm:cxn modelId="{A7059CDB-AA47-4307-A550-8EB17D93D7F8}" type="presOf" srcId="{79CF99C7-8D10-413B-8FEC-DCA588E426C2}" destId="{B2F00103-300D-4FDB-9E99-9E81774CB2BC}" srcOrd="0" destOrd="0" presId="urn:microsoft.com/office/officeart/2018/2/layout/IconVerticalSolidList"/>
    <dgm:cxn modelId="{AF25EFDD-7AD7-449F-86FA-A573D2E49BF6}" type="presOf" srcId="{151F9880-8C41-456C-9DC9-D873241E58F8}" destId="{C3C1AA05-EF52-4F6E-9FAB-8E166BDFB43E}" srcOrd="0" destOrd="0" presId="urn:microsoft.com/office/officeart/2018/2/layout/IconVerticalSolidList"/>
    <dgm:cxn modelId="{0EECEAA9-119E-4BBE-84CB-F16ACC05BF58}" type="presParOf" srcId="{B2F00103-300D-4FDB-9E99-9E81774CB2BC}" destId="{EA08144C-65A6-41DA-84DF-51BEBD07C289}" srcOrd="0" destOrd="0" presId="urn:microsoft.com/office/officeart/2018/2/layout/IconVerticalSolidList"/>
    <dgm:cxn modelId="{47CBD1F6-5D7E-4812-B713-A5D11CC0DEE9}" type="presParOf" srcId="{EA08144C-65A6-41DA-84DF-51BEBD07C289}" destId="{61EBD030-6706-4322-ADE8-6DF73BAF0F7D}" srcOrd="0" destOrd="0" presId="urn:microsoft.com/office/officeart/2018/2/layout/IconVerticalSolidList"/>
    <dgm:cxn modelId="{B4D15D71-19A6-4D8A-89C0-C78908EF222A}" type="presParOf" srcId="{EA08144C-65A6-41DA-84DF-51BEBD07C289}" destId="{02F7CF43-3D4B-4BFD-8316-450BFF61D721}" srcOrd="1" destOrd="0" presId="urn:microsoft.com/office/officeart/2018/2/layout/IconVerticalSolidList"/>
    <dgm:cxn modelId="{5ED94863-2B15-4AAA-BCB3-6B27D541AB62}" type="presParOf" srcId="{EA08144C-65A6-41DA-84DF-51BEBD07C289}" destId="{4E116729-B40E-45AE-A18B-C9A2DA1F62A9}" srcOrd="2" destOrd="0" presId="urn:microsoft.com/office/officeart/2018/2/layout/IconVerticalSolidList"/>
    <dgm:cxn modelId="{7E545AFA-61C7-458A-B72F-4DF160E7239B}" type="presParOf" srcId="{EA08144C-65A6-41DA-84DF-51BEBD07C289}" destId="{E10529F3-88C8-4DE4-B827-8931A947594F}" srcOrd="3" destOrd="0" presId="urn:microsoft.com/office/officeart/2018/2/layout/IconVerticalSolidList"/>
    <dgm:cxn modelId="{BFA89244-AED8-4E4F-BFFE-E6C08A97A80A}" type="presParOf" srcId="{B2F00103-300D-4FDB-9E99-9E81774CB2BC}" destId="{3E88A866-1F88-4587-8C18-FC56BE15231C}" srcOrd="1" destOrd="0" presId="urn:microsoft.com/office/officeart/2018/2/layout/IconVerticalSolidList"/>
    <dgm:cxn modelId="{DA20A3B8-6E4E-43CA-94F5-42668B81F0C5}" type="presParOf" srcId="{B2F00103-300D-4FDB-9E99-9E81774CB2BC}" destId="{B3B02E12-700E-43D1-A35C-286C9B201A50}" srcOrd="2" destOrd="0" presId="urn:microsoft.com/office/officeart/2018/2/layout/IconVerticalSolidList"/>
    <dgm:cxn modelId="{60D428E5-C2E7-461D-834F-FC2D08DB13A2}" type="presParOf" srcId="{B3B02E12-700E-43D1-A35C-286C9B201A50}" destId="{C7FB25B9-D180-4F04-9D2A-74A816C57805}" srcOrd="0" destOrd="0" presId="urn:microsoft.com/office/officeart/2018/2/layout/IconVerticalSolidList"/>
    <dgm:cxn modelId="{D675D619-DC00-48CE-B26D-688E937EFFF2}" type="presParOf" srcId="{B3B02E12-700E-43D1-A35C-286C9B201A50}" destId="{468C1A2B-BB62-4456-A9C1-D1F8D3183D47}" srcOrd="1" destOrd="0" presId="urn:microsoft.com/office/officeart/2018/2/layout/IconVerticalSolidList"/>
    <dgm:cxn modelId="{7AA9C470-A1E0-48AF-8E97-5E9715E20D51}" type="presParOf" srcId="{B3B02E12-700E-43D1-A35C-286C9B201A50}" destId="{4D6E4F23-4173-4987-B6BD-5EE861AC1FE1}" srcOrd="2" destOrd="0" presId="urn:microsoft.com/office/officeart/2018/2/layout/IconVerticalSolidList"/>
    <dgm:cxn modelId="{951416FF-AD6B-46CC-BE4B-3F17D7284169}" type="presParOf" srcId="{B3B02E12-700E-43D1-A35C-286C9B201A50}" destId="{C3C1AA05-EF52-4F6E-9FAB-8E166BDFB43E}" srcOrd="3" destOrd="0" presId="urn:microsoft.com/office/officeart/2018/2/layout/IconVerticalSolidList"/>
    <dgm:cxn modelId="{F3C4F026-4C95-4C19-B30D-AD42D3C2764E}" type="presParOf" srcId="{B2F00103-300D-4FDB-9E99-9E81774CB2BC}" destId="{FED62943-399D-480F-9CBB-6A559B266DEB}" srcOrd="3" destOrd="0" presId="urn:microsoft.com/office/officeart/2018/2/layout/IconVerticalSolidList"/>
    <dgm:cxn modelId="{4F5FBCEB-B4F0-44BC-BF04-D3B6A51404D7}" type="presParOf" srcId="{B2F00103-300D-4FDB-9E99-9E81774CB2BC}" destId="{53919E43-DD8B-47EB-A67B-8A356473D7C3}" srcOrd="4" destOrd="0" presId="urn:microsoft.com/office/officeart/2018/2/layout/IconVerticalSolidList"/>
    <dgm:cxn modelId="{45497296-FC7F-44E3-A005-130949C10E99}" type="presParOf" srcId="{53919E43-DD8B-47EB-A67B-8A356473D7C3}" destId="{7D3EEA78-6AB6-4F86-BAC6-94BACA6CFEC9}" srcOrd="0" destOrd="0" presId="urn:microsoft.com/office/officeart/2018/2/layout/IconVerticalSolidList"/>
    <dgm:cxn modelId="{D07C4035-A40E-42F8-9913-7442576195A1}" type="presParOf" srcId="{53919E43-DD8B-47EB-A67B-8A356473D7C3}" destId="{F46CA056-33DE-4D70-A685-6E286B5A5E21}" srcOrd="1" destOrd="0" presId="urn:microsoft.com/office/officeart/2018/2/layout/IconVerticalSolidList"/>
    <dgm:cxn modelId="{EE941D9D-CEAB-4B36-9114-2C0AA2DF561E}" type="presParOf" srcId="{53919E43-DD8B-47EB-A67B-8A356473D7C3}" destId="{BA2B125D-223E-4579-8AAD-8873A324D392}" srcOrd="2" destOrd="0" presId="urn:microsoft.com/office/officeart/2018/2/layout/IconVerticalSolidList"/>
    <dgm:cxn modelId="{0F5B81EC-78C6-4FD0-AE86-4E0BF682815A}" type="presParOf" srcId="{53919E43-DD8B-47EB-A67B-8A356473D7C3}" destId="{A69085DA-5CEA-4768-9983-3DA05A159D7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9A777B1-A7EA-4705-857C-6DC5E72D543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0F708EF-6C70-4D79-A489-39AE2D3E1C16}">
      <dgm:prSet/>
      <dgm:spPr/>
      <dgm:t>
        <a:bodyPr/>
        <a:lstStyle/>
        <a:p>
          <a:r>
            <a:rPr lang="en-US" b="0" i="0"/>
            <a:t>SGM (Semi-Global Matching): Rezolvã limit</a:t>
          </a:r>
          <a:r>
            <a:rPr lang="ro-RO" b="0" i="0"/>
            <a:t>ă</a:t>
          </a:r>
          <a:r>
            <a:rPr lang="en-US" b="0" i="0"/>
            <a:t>rile algoritmilor locali (SAD) pe zone fãrã textur</a:t>
          </a:r>
          <a:r>
            <a:rPr lang="ro-RO" b="0" i="0"/>
            <a:t>ă</a:t>
          </a:r>
          <a:r>
            <a:rPr lang="en-US" b="0" i="0"/>
            <a:t> prin penaliz</a:t>
          </a:r>
          <a:r>
            <a:rPr lang="ro-RO" b="0" i="0"/>
            <a:t>ă</a:t>
          </a:r>
          <a:r>
            <a:rPr lang="en-US" b="0" i="0"/>
            <a:t>ri de netezire multi-direc</a:t>
          </a:r>
          <a:r>
            <a:rPr lang="ro-RO" b="0" i="0"/>
            <a:t>ţ</a:t>
          </a:r>
          <a:r>
            <a:rPr lang="en-US" b="0" i="0"/>
            <a:t>ionale.</a:t>
          </a:r>
          <a:endParaRPr lang="en-US"/>
        </a:p>
      </dgm:t>
    </dgm:pt>
    <dgm:pt modelId="{8808C285-D4B8-4070-8D48-FE5EF4CA7C2C}" type="parTrans" cxnId="{BB8B24D1-4E53-4F7C-8A89-505AC8C3CE8C}">
      <dgm:prSet/>
      <dgm:spPr/>
      <dgm:t>
        <a:bodyPr/>
        <a:lstStyle/>
        <a:p>
          <a:endParaRPr lang="en-US"/>
        </a:p>
      </dgm:t>
    </dgm:pt>
    <dgm:pt modelId="{AE18F847-96DE-4BA6-8670-E7268E774067}" type="sibTrans" cxnId="{BB8B24D1-4E53-4F7C-8A89-505AC8C3CE8C}">
      <dgm:prSet/>
      <dgm:spPr/>
      <dgm:t>
        <a:bodyPr/>
        <a:lstStyle/>
        <a:p>
          <a:endParaRPr lang="en-US"/>
        </a:p>
      </dgm:t>
    </dgm:pt>
    <dgm:pt modelId="{7FA506A5-AFBA-4B5A-A7AD-39A2CFA741F9}">
      <dgm:prSet/>
      <dgm:spPr/>
      <dgm:t>
        <a:bodyPr/>
        <a:lstStyle/>
        <a:p>
          <a:r>
            <a:rPr lang="en-US" b="0" i="0"/>
            <a:t>YOLOv4 (You Only Look Once): Re</a:t>
          </a:r>
          <a:r>
            <a:rPr lang="ro-RO" b="0" i="0"/>
            <a:t>ţ</a:t>
          </a:r>
          <a:r>
            <a:rPr lang="en-US" b="0" i="0"/>
            <a:t>ea optimizat</a:t>
          </a:r>
          <a:r>
            <a:rPr lang="ro-RO" b="0" i="0"/>
            <a:t>ă</a:t>
          </a:r>
          <a:r>
            <a:rPr lang="en-US" b="0" i="0"/>
            <a:t> pentru procesare în timp real. Returneaz</a:t>
          </a:r>
          <a:r>
            <a:rPr lang="ro-RO" b="0" i="0"/>
            <a:t>ă</a:t>
          </a:r>
          <a:r>
            <a:rPr lang="en-US" b="0" i="0"/>
            <a:t> Bounding Boxes </a:t>
          </a:r>
          <a:r>
            <a:rPr lang="ro-RO" b="0" i="0"/>
            <a:t>ş</a:t>
          </a:r>
          <a:r>
            <a:rPr lang="en-US" b="0" i="0"/>
            <a:t>i Etichete.</a:t>
          </a:r>
          <a:endParaRPr lang="en-US"/>
        </a:p>
      </dgm:t>
    </dgm:pt>
    <dgm:pt modelId="{9E2D3E94-797F-4804-B753-37F1D0F96AED}" type="parTrans" cxnId="{A6D21731-C88B-4BA5-9D53-5CDDCC3E812B}">
      <dgm:prSet/>
      <dgm:spPr/>
      <dgm:t>
        <a:bodyPr/>
        <a:lstStyle/>
        <a:p>
          <a:endParaRPr lang="en-US"/>
        </a:p>
      </dgm:t>
    </dgm:pt>
    <dgm:pt modelId="{24AB2E1F-2F00-40C8-83CC-20DE66F6B28E}" type="sibTrans" cxnId="{A6D21731-C88B-4BA5-9D53-5CDDCC3E812B}">
      <dgm:prSet/>
      <dgm:spPr/>
      <dgm:t>
        <a:bodyPr/>
        <a:lstStyle/>
        <a:p>
          <a:endParaRPr lang="en-US"/>
        </a:p>
      </dgm:t>
    </dgm:pt>
    <dgm:pt modelId="{4C0AEE3E-D3D8-4D24-9D19-00FAFEF78BE8}">
      <dgm:prSet/>
      <dgm:spPr/>
      <dgm:t>
        <a:bodyPr/>
        <a:lstStyle/>
        <a:p>
          <a:r>
            <a:rPr lang="en-US" b="0" i="0"/>
            <a:t>Fuziunea: Suprapunerea spa</a:t>
          </a:r>
          <a:r>
            <a:rPr lang="ro-RO" b="0" i="0"/>
            <a:t>ţ</a:t>
          </a:r>
          <a:r>
            <a:rPr lang="en-US" b="0" i="0"/>
            <a:t>ialã a cutiilor 2D peste matricea 3D.</a:t>
          </a:r>
          <a:endParaRPr lang="en-US"/>
        </a:p>
      </dgm:t>
    </dgm:pt>
    <dgm:pt modelId="{45D662E4-7676-47E8-9C51-E0880088D073}" type="parTrans" cxnId="{DFD59655-1930-4E4A-961F-AB3766F30351}">
      <dgm:prSet/>
      <dgm:spPr/>
      <dgm:t>
        <a:bodyPr/>
        <a:lstStyle/>
        <a:p>
          <a:endParaRPr lang="en-US"/>
        </a:p>
      </dgm:t>
    </dgm:pt>
    <dgm:pt modelId="{E146105B-8A37-42F6-88DE-F85CEC178063}" type="sibTrans" cxnId="{DFD59655-1930-4E4A-961F-AB3766F30351}">
      <dgm:prSet/>
      <dgm:spPr/>
      <dgm:t>
        <a:bodyPr/>
        <a:lstStyle/>
        <a:p>
          <a:endParaRPr lang="en-US"/>
        </a:p>
      </dgm:t>
    </dgm:pt>
    <dgm:pt modelId="{DDB7DB0A-3D9F-4F8C-86C3-28269B68C37D}" type="pres">
      <dgm:prSet presAssocID="{29A777B1-A7EA-4705-857C-6DC5E72D543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6E2025-AB2A-4310-948C-7C4A7B6A560D}" type="pres">
      <dgm:prSet presAssocID="{D0F708EF-6C70-4D79-A489-39AE2D3E1C16}" presName="hierRoot1" presStyleCnt="0"/>
      <dgm:spPr/>
    </dgm:pt>
    <dgm:pt modelId="{55AD31B0-6855-4999-9319-0373F6B2476F}" type="pres">
      <dgm:prSet presAssocID="{D0F708EF-6C70-4D79-A489-39AE2D3E1C16}" presName="composite" presStyleCnt="0"/>
      <dgm:spPr/>
    </dgm:pt>
    <dgm:pt modelId="{55F0AEDC-9954-4AA4-A5DD-B1819F0F6D36}" type="pres">
      <dgm:prSet presAssocID="{D0F708EF-6C70-4D79-A489-39AE2D3E1C16}" presName="background" presStyleLbl="node0" presStyleIdx="0" presStyleCnt="3"/>
      <dgm:spPr/>
    </dgm:pt>
    <dgm:pt modelId="{1286AF72-DB99-4147-A154-2ACCBF926E12}" type="pres">
      <dgm:prSet presAssocID="{D0F708EF-6C70-4D79-A489-39AE2D3E1C16}" presName="text" presStyleLbl="fgAcc0" presStyleIdx="0" presStyleCnt="3">
        <dgm:presLayoutVars>
          <dgm:chPref val="3"/>
        </dgm:presLayoutVars>
      </dgm:prSet>
      <dgm:spPr/>
    </dgm:pt>
    <dgm:pt modelId="{C5D68B35-76A0-4563-9C99-582F225AEC37}" type="pres">
      <dgm:prSet presAssocID="{D0F708EF-6C70-4D79-A489-39AE2D3E1C16}" presName="hierChild2" presStyleCnt="0"/>
      <dgm:spPr/>
    </dgm:pt>
    <dgm:pt modelId="{03175E91-F49A-4BA4-A060-5697B58962FE}" type="pres">
      <dgm:prSet presAssocID="{7FA506A5-AFBA-4B5A-A7AD-39A2CFA741F9}" presName="hierRoot1" presStyleCnt="0"/>
      <dgm:spPr/>
    </dgm:pt>
    <dgm:pt modelId="{93FFC83A-323B-4811-A1B3-9F2A88DBDBFE}" type="pres">
      <dgm:prSet presAssocID="{7FA506A5-AFBA-4B5A-A7AD-39A2CFA741F9}" presName="composite" presStyleCnt="0"/>
      <dgm:spPr/>
    </dgm:pt>
    <dgm:pt modelId="{5BF0B722-41B3-48B9-8512-33C1AD599535}" type="pres">
      <dgm:prSet presAssocID="{7FA506A5-AFBA-4B5A-A7AD-39A2CFA741F9}" presName="background" presStyleLbl="node0" presStyleIdx="1" presStyleCnt="3"/>
      <dgm:spPr/>
    </dgm:pt>
    <dgm:pt modelId="{9BF379A3-91FC-410F-88AE-F6CD7F92874B}" type="pres">
      <dgm:prSet presAssocID="{7FA506A5-AFBA-4B5A-A7AD-39A2CFA741F9}" presName="text" presStyleLbl="fgAcc0" presStyleIdx="1" presStyleCnt="3">
        <dgm:presLayoutVars>
          <dgm:chPref val="3"/>
        </dgm:presLayoutVars>
      </dgm:prSet>
      <dgm:spPr/>
    </dgm:pt>
    <dgm:pt modelId="{DE702940-E0F8-4FF9-87FB-E4A874923D82}" type="pres">
      <dgm:prSet presAssocID="{7FA506A5-AFBA-4B5A-A7AD-39A2CFA741F9}" presName="hierChild2" presStyleCnt="0"/>
      <dgm:spPr/>
    </dgm:pt>
    <dgm:pt modelId="{838BCF58-FEEA-4F35-BF04-9AA6819E898E}" type="pres">
      <dgm:prSet presAssocID="{4C0AEE3E-D3D8-4D24-9D19-00FAFEF78BE8}" presName="hierRoot1" presStyleCnt="0"/>
      <dgm:spPr/>
    </dgm:pt>
    <dgm:pt modelId="{9DEEDD28-910A-4F82-BB54-FFC5345AD539}" type="pres">
      <dgm:prSet presAssocID="{4C0AEE3E-D3D8-4D24-9D19-00FAFEF78BE8}" presName="composite" presStyleCnt="0"/>
      <dgm:spPr/>
    </dgm:pt>
    <dgm:pt modelId="{CDCFC965-9063-426B-BE59-1ADF8A813201}" type="pres">
      <dgm:prSet presAssocID="{4C0AEE3E-D3D8-4D24-9D19-00FAFEF78BE8}" presName="background" presStyleLbl="node0" presStyleIdx="2" presStyleCnt="3"/>
      <dgm:spPr/>
    </dgm:pt>
    <dgm:pt modelId="{F83153B0-5827-4158-A6BC-A7D6F15017D0}" type="pres">
      <dgm:prSet presAssocID="{4C0AEE3E-D3D8-4D24-9D19-00FAFEF78BE8}" presName="text" presStyleLbl="fgAcc0" presStyleIdx="2" presStyleCnt="3">
        <dgm:presLayoutVars>
          <dgm:chPref val="3"/>
        </dgm:presLayoutVars>
      </dgm:prSet>
      <dgm:spPr/>
    </dgm:pt>
    <dgm:pt modelId="{9803631C-968B-4B54-A914-ED9999D1B054}" type="pres">
      <dgm:prSet presAssocID="{4C0AEE3E-D3D8-4D24-9D19-00FAFEF78BE8}" presName="hierChild2" presStyleCnt="0"/>
      <dgm:spPr/>
    </dgm:pt>
  </dgm:ptLst>
  <dgm:cxnLst>
    <dgm:cxn modelId="{566E2115-6ACB-4FA7-BA82-8B9F573260E9}" type="presOf" srcId="{D0F708EF-6C70-4D79-A489-39AE2D3E1C16}" destId="{1286AF72-DB99-4147-A154-2ACCBF926E12}" srcOrd="0" destOrd="0" presId="urn:microsoft.com/office/officeart/2005/8/layout/hierarchy1"/>
    <dgm:cxn modelId="{A6D21731-C88B-4BA5-9D53-5CDDCC3E812B}" srcId="{29A777B1-A7EA-4705-857C-6DC5E72D5439}" destId="{7FA506A5-AFBA-4B5A-A7AD-39A2CFA741F9}" srcOrd="1" destOrd="0" parTransId="{9E2D3E94-797F-4804-B753-37F1D0F96AED}" sibTransId="{24AB2E1F-2F00-40C8-83CC-20DE66F6B28E}"/>
    <dgm:cxn modelId="{DFD59655-1930-4E4A-961F-AB3766F30351}" srcId="{29A777B1-A7EA-4705-857C-6DC5E72D5439}" destId="{4C0AEE3E-D3D8-4D24-9D19-00FAFEF78BE8}" srcOrd="2" destOrd="0" parTransId="{45D662E4-7676-47E8-9C51-E0880088D073}" sibTransId="{E146105B-8A37-42F6-88DE-F85CEC178063}"/>
    <dgm:cxn modelId="{5862EC7A-E282-42D2-B698-AA608E65FC9B}" type="presOf" srcId="{7FA506A5-AFBA-4B5A-A7AD-39A2CFA741F9}" destId="{9BF379A3-91FC-410F-88AE-F6CD7F92874B}" srcOrd="0" destOrd="0" presId="urn:microsoft.com/office/officeart/2005/8/layout/hierarchy1"/>
    <dgm:cxn modelId="{BB8B24D1-4E53-4F7C-8A89-505AC8C3CE8C}" srcId="{29A777B1-A7EA-4705-857C-6DC5E72D5439}" destId="{D0F708EF-6C70-4D79-A489-39AE2D3E1C16}" srcOrd="0" destOrd="0" parTransId="{8808C285-D4B8-4070-8D48-FE5EF4CA7C2C}" sibTransId="{AE18F847-96DE-4BA6-8670-E7268E774067}"/>
    <dgm:cxn modelId="{EA0A24E6-58CE-4D0C-AA81-200515295203}" type="presOf" srcId="{29A777B1-A7EA-4705-857C-6DC5E72D5439}" destId="{DDB7DB0A-3D9F-4F8C-86C3-28269B68C37D}" srcOrd="0" destOrd="0" presId="urn:microsoft.com/office/officeart/2005/8/layout/hierarchy1"/>
    <dgm:cxn modelId="{A97F38EC-111C-421D-8E0C-47245B6C488B}" type="presOf" srcId="{4C0AEE3E-D3D8-4D24-9D19-00FAFEF78BE8}" destId="{F83153B0-5827-4158-A6BC-A7D6F15017D0}" srcOrd="0" destOrd="0" presId="urn:microsoft.com/office/officeart/2005/8/layout/hierarchy1"/>
    <dgm:cxn modelId="{8BA26A32-ECF2-4BE9-A4AA-AD46EF07B258}" type="presParOf" srcId="{DDB7DB0A-3D9F-4F8C-86C3-28269B68C37D}" destId="{D96E2025-AB2A-4310-948C-7C4A7B6A560D}" srcOrd="0" destOrd="0" presId="urn:microsoft.com/office/officeart/2005/8/layout/hierarchy1"/>
    <dgm:cxn modelId="{A8C76C91-B6EE-4DB4-A5B0-239ABAF0A298}" type="presParOf" srcId="{D96E2025-AB2A-4310-948C-7C4A7B6A560D}" destId="{55AD31B0-6855-4999-9319-0373F6B2476F}" srcOrd="0" destOrd="0" presId="urn:microsoft.com/office/officeart/2005/8/layout/hierarchy1"/>
    <dgm:cxn modelId="{F4027DE3-F905-405F-A25F-31DD9D649B09}" type="presParOf" srcId="{55AD31B0-6855-4999-9319-0373F6B2476F}" destId="{55F0AEDC-9954-4AA4-A5DD-B1819F0F6D36}" srcOrd="0" destOrd="0" presId="urn:microsoft.com/office/officeart/2005/8/layout/hierarchy1"/>
    <dgm:cxn modelId="{0C027382-948E-4A5B-B764-ACA79C9A5C24}" type="presParOf" srcId="{55AD31B0-6855-4999-9319-0373F6B2476F}" destId="{1286AF72-DB99-4147-A154-2ACCBF926E12}" srcOrd="1" destOrd="0" presId="urn:microsoft.com/office/officeart/2005/8/layout/hierarchy1"/>
    <dgm:cxn modelId="{12AFA41F-5E9D-4DD5-A3E1-E090DF8135AE}" type="presParOf" srcId="{D96E2025-AB2A-4310-948C-7C4A7B6A560D}" destId="{C5D68B35-76A0-4563-9C99-582F225AEC37}" srcOrd="1" destOrd="0" presId="urn:microsoft.com/office/officeart/2005/8/layout/hierarchy1"/>
    <dgm:cxn modelId="{01D9F9A7-31DA-4DB1-BF96-0C3FC6B1FFFF}" type="presParOf" srcId="{DDB7DB0A-3D9F-4F8C-86C3-28269B68C37D}" destId="{03175E91-F49A-4BA4-A060-5697B58962FE}" srcOrd="1" destOrd="0" presId="urn:microsoft.com/office/officeart/2005/8/layout/hierarchy1"/>
    <dgm:cxn modelId="{DFFBD8BB-6185-4FE8-9254-F4DB47C425D1}" type="presParOf" srcId="{03175E91-F49A-4BA4-A060-5697B58962FE}" destId="{93FFC83A-323B-4811-A1B3-9F2A88DBDBFE}" srcOrd="0" destOrd="0" presId="urn:microsoft.com/office/officeart/2005/8/layout/hierarchy1"/>
    <dgm:cxn modelId="{2B01F481-EFC4-428A-8D02-9C47FB0D2042}" type="presParOf" srcId="{93FFC83A-323B-4811-A1B3-9F2A88DBDBFE}" destId="{5BF0B722-41B3-48B9-8512-33C1AD599535}" srcOrd="0" destOrd="0" presId="urn:microsoft.com/office/officeart/2005/8/layout/hierarchy1"/>
    <dgm:cxn modelId="{0B4477E0-C051-4B02-A02B-184192F2B480}" type="presParOf" srcId="{93FFC83A-323B-4811-A1B3-9F2A88DBDBFE}" destId="{9BF379A3-91FC-410F-88AE-F6CD7F92874B}" srcOrd="1" destOrd="0" presId="urn:microsoft.com/office/officeart/2005/8/layout/hierarchy1"/>
    <dgm:cxn modelId="{0AD179C5-8DCF-4B96-B598-48F499640480}" type="presParOf" srcId="{03175E91-F49A-4BA4-A060-5697B58962FE}" destId="{DE702940-E0F8-4FF9-87FB-E4A874923D82}" srcOrd="1" destOrd="0" presId="urn:microsoft.com/office/officeart/2005/8/layout/hierarchy1"/>
    <dgm:cxn modelId="{CBC4AAD5-4AC7-4956-BA51-179E9912F0DC}" type="presParOf" srcId="{DDB7DB0A-3D9F-4F8C-86C3-28269B68C37D}" destId="{838BCF58-FEEA-4F35-BF04-9AA6819E898E}" srcOrd="2" destOrd="0" presId="urn:microsoft.com/office/officeart/2005/8/layout/hierarchy1"/>
    <dgm:cxn modelId="{857CC1D9-315E-43B5-955A-6A24F3D1A621}" type="presParOf" srcId="{838BCF58-FEEA-4F35-BF04-9AA6819E898E}" destId="{9DEEDD28-910A-4F82-BB54-FFC5345AD539}" srcOrd="0" destOrd="0" presId="urn:microsoft.com/office/officeart/2005/8/layout/hierarchy1"/>
    <dgm:cxn modelId="{A8BA0F72-D3B0-4450-9E7C-F54EFFE12697}" type="presParOf" srcId="{9DEEDD28-910A-4F82-BB54-FFC5345AD539}" destId="{CDCFC965-9063-426B-BE59-1ADF8A813201}" srcOrd="0" destOrd="0" presId="urn:microsoft.com/office/officeart/2005/8/layout/hierarchy1"/>
    <dgm:cxn modelId="{1E71F2F7-B006-4724-B4BC-42D588A41246}" type="presParOf" srcId="{9DEEDD28-910A-4F82-BB54-FFC5345AD539}" destId="{F83153B0-5827-4158-A6BC-A7D6F15017D0}" srcOrd="1" destOrd="0" presId="urn:microsoft.com/office/officeart/2005/8/layout/hierarchy1"/>
    <dgm:cxn modelId="{54B0BE91-7557-4D58-B0AA-4A06057B69BF}" type="presParOf" srcId="{838BCF58-FEEA-4F35-BF04-9AA6819E898E}" destId="{9803631C-968B-4B54-A914-ED9999D1B05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A9758A5-26DB-4C5F-B1E3-9CCDCABCA6F4}" type="doc">
      <dgm:prSet loTypeId="urn:microsoft.com/office/officeart/2008/layout/LinedList" loCatId="list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23366B93-DC7C-486F-A4CF-9B0F43C14A38}">
      <dgm:prSet/>
      <dgm:spPr/>
      <dgm:t>
        <a:bodyPr/>
        <a:lstStyle/>
        <a:p>
          <a:r>
            <a:rPr lang="en-US" b="0" i="0"/>
            <a:t>Sistemul respectã principiile Model-Based Design:</a:t>
          </a:r>
          <a:endParaRPr lang="en-US"/>
        </a:p>
      </dgm:t>
    </dgm:pt>
    <dgm:pt modelId="{C127F99B-858B-48A4-B47A-4EDDA9CD244B}" type="parTrans" cxnId="{448B4E64-C854-448E-A711-C5C23435B039}">
      <dgm:prSet/>
      <dgm:spPr/>
      <dgm:t>
        <a:bodyPr/>
        <a:lstStyle/>
        <a:p>
          <a:endParaRPr lang="en-US"/>
        </a:p>
      </dgm:t>
    </dgm:pt>
    <dgm:pt modelId="{2A5F4BE3-286D-4D4B-B534-F1790847EFC1}" type="sibTrans" cxnId="{448B4E64-C854-448E-A711-C5C23435B039}">
      <dgm:prSet/>
      <dgm:spPr/>
      <dgm:t>
        <a:bodyPr/>
        <a:lstStyle/>
        <a:p>
          <a:endParaRPr lang="en-US"/>
        </a:p>
      </dgm:t>
    </dgm:pt>
    <dgm:pt modelId="{C7816975-3E25-47A7-84F1-4146D4324782}">
      <dgm:prSet/>
      <dgm:spPr/>
      <dgm:t>
        <a:bodyPr/>
        <a:lstStyle/>
        <a:p>
          <a:r>
            <a:rPr lang="en-US" b="0" i="0"/>
            <a:t>1. Modul Achizi</a:t>
          </a:r>
          <a:r>
            <a:rPr lang="ro-RO" b="0" i="0"/>
            <a:t>ţ</a:t>
          </a:r>
          <a:r>
            <a:rPr lang="en-US" b="0" i="0"/>
            <a:t>ie (browseForKITTI.m)</a:t>
          </a:r>
          <a:endParaRPr lang="en-US"/>
        </a:p>
      </dgm:t>
    </dgm:pt>
    <dgm:pt modelId="{A0CAB1FC-58B1-4ACD-9DD5-246BCF5C5AD4}" type="parTrans" cxnId="{EF6E944A-08B6-4775-AEFE-8B065668DEDC}">
      <dgm:prSet/>
      <dgm:spPr/>
      <dgm:t>
        <a:bodyPr/>
        <a:lstStyle/>
        <a:p>
          <a:endParaRPr lang="en-US"/>
        </a:p>
      </dgm:t>
    </dgm:pt>
    <dgm:pt modelId="{BF378F4A-E087-41A2-AE40-0CCDB5933430}" type="sibTrans" cxnId="{EF6E944A-08B6-4775-AEFE-8B065668DEDC}">
      <dgm:prSet/>
      <dgm:spPr/>
      <dgm:t>
        <a:bodyPr/>
        <a:lstStyle/>
        <a:p>
          <a:endParaRPr lang="en-US"/>
        </a:p>
      </dgm:t>
    </dgm:pt>
    <dgm:pt modelId="{78096342-97CE-4CDB-A005-F9BFC132ECF9}">
      <dgm:prSet/>
      <dgm:spPr/>
      <dgm:t>
        <a:bodyPr/>
        <a:lstStyle/>
        <a:p>
          <a:r>
            <a:rPr lang="en-US" b="0" i="0"/>
            <a:t>2. Modul Parsare Calibrare (readCalibrationFileKITTI.m)</a:t>
          </a:r>
          <a:endParaRPr lang="en-US"/>
        </a:p>
      </dgm:t>
    </dgm:pt>
    <dgm:pt modelId="{320C9BBA-3837-495F-BE7C-884DFFD3A757}" type="parTrans" cxnId="{EAE53CE3-C384-4F94-B879-34BDB74CD7DD}">
      <dgm:prSet/>
      <dgm:spPr/>
      <dgm:t>
        <a:bodyPr/>
        <a:lstStyle/>
        <a:p>
          <a:endParaRPr lang="en-US"/>
        </a:p>
      </dgm:t>
    </dgm:pt>
    <dgm:pt modelId="{F604398C-618C-41B1-BA96-CD4DFF8C459F}" type="sibTrans" cxnId="{EAE53CE3-C384-4F94-B879-34BDB74CD7DD}">
      <dgm:prSet/>
      <dgm:spPr/>
      <dgm:t>
        <a:bodyPr/>
        <a:lstStyle/>
        <a:p>
          <a:endParaRPr lang="en-US"/>
        </a:p>
      </dgm:t>
    </dgm:pt>
    <dgm:pt modelId="{6C013004-C24B-4B80-9ED5-B5394992FF38}">
      <dgm:prSet/>
      <dgm:spPr/>
      <dgm:t>
        <a:bodyPr/>
        <a:lstStyle/>
        <a:p>
          <a:r>
            <a:rPr lang="en-US" b="0" i="0"/>
            <a:t>3. Modul Control (main.m)</a:t>
          </a:r>
          <a:endParaRPr lang="en-US"/>
        </a:p>
      </dgm:t>
    </dgm:pt>
    <dgm:pt modelId="{8B7EB58F-B19C-4C0D-A6B1-0CC59FD641CE}" type="parTrans" cxnId="{8125A2CD-8B7E-4C97-AE1D-94023FEEB525}">
      <dgm:prSet/>
      <dgm:spPr/>
      <dgm:t>
        <a:bodyPr/>
        <a:lstStyle/>
        <a:p>
          <a:endParaRPr lang="en-US"/>
        </a:p>
      </dgm:t>
    </dgm:pt>
    <dgm:pt modelId="{C4B56CB0-B0DB-49A3-996A-2D91D6A61F29}" type="sibTrans" cxnId="{8125A2CD-8B7E-4C97-AE1D-94023FEEB525}">
      <dgm:prSet/>
      <dgm:spPr/>
      <dgm:t>
        <a:bodyPr/>
        <a:lstStyle/>
        <a:p>
          <a:endParaRPr lang="en-US"/>
        </a:p>
      </dgm:t>
    </dgm:pt>
    <dgm:pt modelId="{B10D3572-8F34-4B77-ADF5-D9A0E776E21D}">
      <dgm:prSet/>
      <dgm:spPr/>
      <dgm:t>
        <a:bodyPr/>
        <a:lstStyle/>
        <a:p>
          <a:r>
            <a:rPr lang="en-US" b="0" i="0"/>
            <a:t>4. Modul Fuziune (runADAS_System.m)</a:t>
          </a:r>
          <a:endParaRPr lang="en-US"/>
        </a:p>
      </dgm:t>
    </dgm:pt>
    <dgm:pt modelId="{539E4349-3347-4D0F-8C50-7420534A21EE}" type="parTrans" cxnId="{51CE8BFE-4DDF-43CE-BB4C-451CC2100D10}">
      <dgm:prSet/>
      <dgm:spPr/>
      <dgm:t>
        <a:bodyPr/>
        <a:lstStyle/>
        <a:p>
          <a:endParaRPr lang="en-US"/>
        </a:p>
      </dgm:t>
    </dgm:pt>
    <dgm:pt modelId="{65B037FB-6EC0-4266-8D0C-8985CD93FC1E}" type="sibTrans" cxnId="{51CE8BFE-4DDF-43CE-BB4C-451CC2100D10}">
      <dgm:prSet/>
      <dgm:spPr/>
      <dgm:t>
        <a:bodyPr/>
        <a:lstStyle/>
        <a:p>
          <a:endParaRPr lang="en-US"/>
        </a:p>
      </dgm:t>
    </dgm:pt>
    <dgm:pt modelId="{AAA30A1A-F2CF-482E-9104-41683AF5C6B4}" type="pres">
      <dgm:prSet presAssocID="{4A9758A5-26DB-4C5F-B1E3-9CCDCABCA6F4}" presName="vert0" presStyleCnt="0">
        <dgm:presLayoutVars>
          <dgm:dir/>
          <dgm:animOne val="branch"/>
          <dgm:animLvl val="lvl"/>
        </dgm:presLayoutVars>
      </dgm:prSet>
      <dgm:spPr/>
    </dgm:pt>
    <dgm:pt modelId="{5F96D275-25C9-41E5-82DB-1960F57F4C43}" type="pres">
      <dgm:prSet presAssocID="{23366B93-DC7C-486F-A4CF-9B0F43C14A38}" presName="thickLine" presStyleLbl="alignNode1" presStyleIdx="0" presStyleCnt="5"/>
      <dgm:spPr/>
    </dgm:pt>
    <dgm:pt modelId="{C1ED7AFD-6570-4D5B-AA7B-E6430F5C8431}" type="pres">
      <dgm:prSet presAssocID="{23366B93-DC7C-486F-A4CF-9B0F43C14A38}" presName="horz1" presStyleCnt="0"/>
      <dgm:spPr/>
    </dgm:pt>
    <dgm:pt modelId="{B9098B8B-EC7E-4B5C-94BE-F61FA2DD962A}" type="pres">
      <dgm:prSet presAssocID="{23366B93-DC7C-486F-A4CF-9B0F43C14A38}" presName="tx1" presStyleLbl="revTx" presStyleIdx="0" presStyleCnt="5"/>
      <dgm:spPr/>
    </dgm:pt>
    <dgm:pt modelId="{4E5F204B-DEF0-463C-9E8C-285E8F5C44C2}" type="pres">
      <dgm:prSet presAssocID="{23366B93-DC7C-486F-A4CF-9B0F43C14A38}" presName="vert1" presStyleCnt="0"/>
      <dgm:spPr/>
    </dgm:pt>
    <dgm:pt modelId="{F5079FCE-AC9B-47F9-AADF-E9E675713A31}" type="pres">
      <dgm:prSet presAssocID="{C7816975-3E25-47A7-84F1-4146D4324782}" presName="thickLine" presStyleLbl="alignNode1" presStyleIdx="1" presStyleCnt="5"/>
      <dgm:spPr/>
    </dgm:pt>
    <dgm:pt modelId="{9229591C-38FB-433F-9E59-21041E635693}" type="pres">
      <dgm:prSet presAssocID="{C7816975-3E25-47A7-84F1-4146D4324782}" presName="horz1" presStyleCnt="0"/>
      <dgm:spPr/>
    </dgm:pt>
    <dgm:pt modelId="{61496D89-CD45-4785-94C4-07ABFBA3A320}" type="pres">
      <dgm:prSet presAssocID="{C7816975-3E25-47A7-84F1-4146D4324782}" presName="tx1" presStyleLbl="revTx" presStyleIdx="1" presStyleCnt="5"/>
      <dgm:spPr/>
    </dgm:pt>
    <dgm:pt modelId="{2C0C9BD8-C59E-4A04-AD7D-4D2E1875246E}" type="pres">
      <dgm:prSet presAssocID="{C7816975-3E25-47A7-84F1-4146D4324782}" presName="vert1" presStyleCnt="0"/>
      <dgm:spPr/>
    </dgm:pt>
    <dgm:pt modelId="{498E17DD-3E10-4EDB-9CA7-871FF98D9DC4}" type="pres">
      <dgm:prSet presAssocID="{78096342-97CE-4CDB-A005-F9BFC132ECF9}" presName="thickLine" presStyleLbl="alignNode1" presStyleIdx="2" presStyleCnt="5"/>
      <dgm:spPr/>
    </dgm:pt>
    <dgm:pt modelId="{B1E915B7-3C3C-4F25-90DF-A7FC2242B04E}" type="pres">
      <dgm:prSet presAssocID="{78096342-97CE-4CDB-A005-F9BFC132ECF9}" presName="horz1" presStyleCnt="0"/>
      <dgm:spPr/>
    </dgm:pt>
    <dgm:pt modelId="{3BC3EF47-5584-4DFF-A8D4-9F64CDED91B0}" type="pres">
      <dgm:prSet presAssocID="{78096342-97CE-4CDB-A005-F9BFC132ECF9}" presName="tx1" presStyleLbl="revTx" presStyleIdx="2" presStyleCnt="5"/>
      <dgm:spPr/>
    </dgm:pt>
    <dgm:pt modelId="{A967FA7A-46AB-48FF-8E7A-8D87D1DF4022}" type="pres">
      <dgm:prSet presAssocID="{78096342-97CE-4CDB-A005-F9BFC132ECF9}" presName="vert1" presStyleCnt="0"/>
      <dgm:spPr/>
    </dgm:pt>
    <dgm:pt modelId="{AC63D88D-5A77-4495-8354-CF913D5D3BD9}" type="pres">
      <dgm:prSet presAssocID="{6C013004-C24B-4B80-9ED5-B5394992FF38}" presName="thickLine" presStyleLbl="alignNode1" presStyleIdx="3" presStyleCnt="5"/>
      <dgm:spPr/>
    </dgm:pt>
    <dgm:pt modelId="{C1429169-3AB1-4B08-AD7E-9375C9A27246}" type="pres">
      <dgm:prSet presAssocID="{6C013004-C24B-4B80-9ED5-B5394992FF38}" presName="horz1" presStyleCnt="0"/>
      <dgm:spPr/>
    </dgm:pt>
    <dgm:pt modelId="{1AD44444-EB2A-4DDA-B6FA-C7016359CD88}" type="pres">
      <dgm:prSet presAssocID="{6C013004-C24B-4B80-9ED5-B5394992FF38}" presName="tx1" presStyleLbl="revTx" presStyleIdx="3" presStyleCnt="5"/>
      <dgm:spPr/>
    </dgm:pt>
    <dgm:pt modelId="{A50BAEBA-E4FB-49EA-A355-8682A425EF15}" type="pres">
      <dgm:prSet presAssocID="{6C013004-C24B-4B80-9ED5-B5394992FF38}" presName="vert1" presStyleCnt="0"/>
      <dgm:spPr/>
    </dgm:pt>
    <dgm:pt modelId="{DAAD8AAE-051C-42AE-8203-64ED761D52C5}" type="pres">
      <dgm:prSet presAssocID="{B10D3572-8F34-4B77-ADF5-D9A0E776E21D}" presName="thickLine" presStyleLbl="alignNode1" presStyleIdx="4" presStyleCnt="5"/>
      <dgm:spPr/>
    </dgm:pt>
    <dgm:pt modelId="{184D47BD-CCD2-4F1C-8927-9A080553D73B}" type="pres">
      <dgm:prSet presAssocID="{B10D3572-8F34-4B77-ADF5-D9A0E776E21D}" presName="horz1" presStyleCnt="0"/>
      <dgm:spPr/>
    </dgm:pt>
    <dgm:pt modelId="{FF7B79CD-7725-4FBF-8351-FDA77C3192D3}" type="pres">
      <dgm:prSet presAssocID="{B10D3572-8F34-4B77-ADF5-D9A0E776E21D}" presName="tx1" presStyleLbl="revTx" presStyleIdx="4" presStyleCnt="5"/>
      <dgm:spPr/>
    </dgm:pt>
    <dgm:pt modelId="{6AD1DCAB-8367-4BC4-8787-FF8BBAE3503C}" type="pres">
      <dgm:prSet presAssocID="{B10D3572-8F34-4B77-ADF5-D9A0E776E21D}" presName="vert1" presStyleCnt="0"/>
      <dgm:spPr/>
    </dgm:pt>
  </dgm:ptLst>
  <dgm:cxnLst>
    <dgm:cxn modelId="{DCBB2F0A-3BD2-4B87-8B55-28FA852B947D}" type="presOf" srcId="{23366B93-DC7C-486F-A4CF-9B0F43C14A38}" destId="{B9098B8B-EC7E-4B5C-94BE-F61FA2DD962A}" srcOrd="0" destOrd="0" presId="urn:microsoft.com/office/officeart/2008/layout/LinedList"/>
    <dgm:cxn modelId="{DC919212-B236-42F4-9878-674C099B7E8C}" type="presOf" srcId="{6C013004-C24B-4B80-9ED5-B5394992FF38}" destId="{1AD44444-EB2A-4DDA-B6FA-C7016359CD88}" srcOrd="0" destOrd="0" presId="urn:microsoft.com/office/officeart/2008/layout/LinedList"/>
    <dgm:cxn modelId="{76BB6C2C-99E1-4D73-9241-7BE6A1730C55}" type="presOf" srcId="{4A9758A5-26DB-4C5F-B1E3-9CCDCABCA6F4}" destId="{AAA30A1A-F2CF-482E-9104-41683AF5C6B4}" srcOrd="0" destOrd="0" presId="urn:microsoft.com/office/officeart/2008/layout/LinedList"/>
    <dgm:cxn modelId="{448B4E64-C854-448E-A711-C5C23435B039}" srcId="{4A9758A5-26DB-4C5F-B1E3-9CCDCABCA6F4}" destId="{23366B93-DC7C-486F-A4CF-9B0F43C14A38}" srcOrd="0" destOrd="0" parTransId="{C127F99B-858B-48A4-B47A-4EDDA9CD244B}" sibTransId="{2A5F4BE3-286D-4D4B-B534-F1790847EFC1}"/>
    <dgm:cxn modelId="{EF6E944A-08B6-4775-AEFE-8B065668DEDC}" srcId="{4A9758A5-26DB-4C5F-B1E3-9CCDCABCA6F4}" destId="{C7816975-3E25-47A7-84F1-4146D4324782}" srcOrd="1" destOrd="0" parTransId="{A0CAB1FC-58B1-4ACD-9DD5-246BCF5C5AD4}" sibTransId="{BF378F4A-E087-41A2-AE40-0CCDB5933430}"/>
    <dgm:cxn modelId="{031A359D-499F-4C92-89FE-61CA22CA37E0}" type="presOf" srcId="{78096342-97CE-4CDB-A005-F9BFC132ECF9}" destId="{3BC3EF47-5584-4DFF-A8D4-9F64CDED91B0}" srcOrd="0" destOrd="0" presId="urn:microsoft.com/office/officeart/2008/layout/LinedList"/>
    <dgm:cxn modelId="{820F4EAE-91B5-4F7E-A496-45F9AE2958A6}" type="presOf" srcId="{C7816975-3E25-47A7-84F1-4146D4324782}" destId="{61496D89-CD45-4785-94C4-07ABFBA3A320}" srcOrd="0" destOrd="0" presId="urn:microsoft.com/office/officeart/2008/layout/LinedList"/>
    <dgm:cxn modelId="{8125A2CD-8B7E-4C97-AE1D-94023FEEB525}" srcId="{4A9758A5-26DB-4C5F-B1E3-9CCDCABCA6F4}" destId="{6C013004-C24B-4B80-9ED5-B5394992FF38}" srcOrd="3" destOrd="0" parTransId="{8B7EB58F-B19C-4C0D-A6B1-0CC59FD641CE}" sibTransId="{C4B56CB0-B0DB-49A3-996A-2D91D6A61F29}"/>
    <dgm:cxn modelId="{EAE53CE3-C384-4F94-B879-34BDB74CD7DD}" srcId="{4A9758A5-26DB-4C5F-B1E3-9CCDCABCA6F4}" destId="{78096342-97CE-4CDB-A005-F9BFC132ECF9}" srcOrd="2" destOrd="0" parTransId="{320C9BBA-3837-495F-BE7C-884DFFD3A757}" sibTransId="{F604398C-618C-41B1-BA96-CD4DFF8C459F}"/>
    <dgm:cxn modelId="{24F2A1E5-B356-4EBF-BAD9-02F6C196D68B}" type="presOf" srcId="{B10D3572-8F34-4B77-ADF5-D9A0E776E21D}" destId="{FF7B79CD-7725-4FBF-8351-FDA77C3192D3}" srcOrd="0" destOrd="0" presId="urn:microsoft.com/office/officeart/2008/layout/LinedList"/>
    <dgm:cxn modelId="{51CE8BFE-4DDF-43CE-BB4C-451CC2100D10}" srcId="{4A9758A5-26DB-4C5F-B1E3-9CCDCABCA6F4}" destId="{B10D3572-8F34-4B77-ADF5-D9A0E776E21D}" srcOrd="4" destOrd="0" parTransId="{539E4349-3347-4D0F-8C50-7420534A21EE}" sibTransId="{65B037FB-6EC0-4266-8D0C-8985CD93FC1E}"/>
    <dgm:cxn modelId="{D19C78AE-7BE0-4EC2-89E8-0EDA8398F7F3}" type="presParOf" srcId="{AAA30A1A-F2CF-482E-9104-41683AF5C6B4}" destId="{5F96D275-25C9-41E5-82DB-1960F57F4C43}" srcOrd="0" destOrd="0" presId="urn:microsoft.com/office/officeart/2008/layout/LinedList"/>
    <dgm:cxn modelId="{F7E8337F-9D84-4841-8856-C5BDCFDC4694}" type="presParOf" srcId="{AAA30A1A-F2CF-482E-9104-41683AF5C6B4}" destId="{C1ED7AFD-6570-4D5B-AA7B-E6430F5C8431}" srcOrd="1" destOrd="0" presId="urn:microsoft.com/office/officeart/2008/layout/LinedList"/>
    <dgm:cxn modelId="{B9AE2895-6BF3-4756-A521-DD8B7E2EEFC1}" type="presParOf" srcId="{C1ED7AFD-6570-4D5B-AA7B-E6430F5C8431}" destId="{B9098B8B-EC7E-4B5C-94BE-F61FA2DD962A}" srcOrd="0" destOrd="0" presId="urn:microsoft.com/office/officeart/2008/layout/LinedList"/>
    <dgm:cxn modelId="{B2713599-09BE-4F64-813A-562BE9F685C9}" type="presParOf" srcId="{C1ED7AFD-6570-4D5B-AA7B-E6430F5C8431}" destId="{4E5F204B-DEF0-463C-9E8C-285E8F5C44C2}" srcOrd="1" destOrd="0" presId="urn:microsoft.com/office/officeart/2008/layout/LinedList"/>
    <dgm:cxn modelId="{C0A52A18-1DBE-4D95-BF8E-E555D229E970}" type="presParOf" srcId="{AAA30A1A-F2CF-482E-9104-41683AF5C6B4}" destId="{F5079FCE-AC9B-47F9-AADF-E9E675713A31}" srcOrd="2" destOrd="0" presId="urn:microsoft.com/office/officeart/2008/layout/LinedList"/>
    <dgm:cxn modelId="{7794021C-A0E5-4898-98D7-3283335C0E30}" type="presParOf" srcId="{AAA30A1A-F2CF-482E-9104-41683AF5C6B4}" destId="{9229591C-38FB-433F-9E59-21041E635693}" srcOrd="3" destOrd="0" presId="urn:microsoft.com/office/officeart/2008/layout/LinedList"/>
    <dgm:cxn modelId="{408C1D4C-8C5E-42D4-8976-97CC145BAC71}" type="presParOf" srcId="{9229591C-38FB-433F-9E59-21041E635693}" destId="{61496D89-CD45-4785-94C4-07ABFBA3A320}" srcOrd="0" destOrd="0" presId="urn:microsoft.com/office/officeart/2008/layout/LinedList"/>
    <dgm:cxn modelId="{92383945-3C02-4746-810C-BB8AB18E2D68}" type="presParOf" srcId="{9229591C-38FB-433F-9E59-21041E635693}" destId="{2C0C9BD8-C59E-4A04-AD7D-4D2E1875246E}" srcOrd="1" destOrd="0" presId="urn:microsoft.com/office/officeart/2008/layout/LinedList"/>
    <dgm:cxn modelId="{7F61516C-DFFC-46CD-A434-CC73A7BEB792}" type="presParOf" srcId="{AAA30A1A-F2CF-482E-9104-41683AF5C6B4}" destId="{498E17DD-3E10-4EDB-9CA7-871FF98D9DC4}" srcOrd="4" destOrd="0" presId="urn:microsoft.com/office/officeart/2008/layout/LinedList"/>
    <dgm:cxn modelId="{F056E8C0-7908-44DB-8AA6-1A5664707317}" type="presParOf" srcId="{AAA30A1A-F2CF-482E-9104-41683AF5C6B4}" destId="{B1E915B7-3C3C-4F25-90DF-A7FC2242B04E}" srcOrd="5" destOrd="0" presId="urn:microsoft.com/office/officeart/2008/layout/LinedList"/>
    <dgm:cxn modelId="{8340FB5B-A2C0-454E-A7B7-CEB7A0527950}" type="presParOf" srcId="{B1E915B7-3C3C-4F25-90DF-A7FC2242B04E}" destId="{3BC3EF47-5584-4DFF-A8D4-9F64CDED91B0}" srcOrd="0" destOrd="0" presId="urn:microsoft.com/office/officeart/2008/layout/LinedList"/>
    <dgm:cxn modelId="{DEC5A1C0-6E15-49B6-A75A-02306BAAFF30}" type="presParOf" srcId="{B1E915B7-3C3C-4F25-90DF-A7FC2242B04E}" destId="{A967FA7A-46AB-48FF-8E7A-8D87D1DF4022}" srcOrd="1" destOrd="0" presId="urn:microsoft.com/office/officeart/2008/layout/LinedList"/>
    <dgm:cxn modelId="{B3C5109B-999D-4B87-A736-CB26D4DE82BD}" type="presParOf" srcId="{AAA30A1A-F2CF-482E-9104-41683AF5C6B4}" destId="{AC63D88D-5A77-4495-8354-CF913D5D3BD9}" srcOrd="6" destOrd="0" presId="urn:microsoft.com/office/officeart/2008/layout/LinedList"/>
    <dgm:cxn modelId="{4F8FFB31-8169-4656-AA7C-C385F93F926B}" type="presParOf" srcId="{AAA30A1A-F2CF-482E-9104-41683AF5C6B4}" destId="{C1429169-3AB1-4B08-AD7E-9375C9A27246}" srcOrd="7" destOrd="0" presId="urn:microsoft.com/office/officeart/2008/layout/LinedList"/>
    <dgm:cxn modelId="{02D05BAF-71C9-4609-973E-17642C0DBD1E}" type="presParOf" srcId="{C1429169-3AB1-4B08-AD7E-9375C9A27246}" destId="{1AD44444-EB2A-4DDA-B6FA-C7016359CD88}" srcOrd="0" destOrd="0" presId="urn:microsoft.com/office/officeart/2008/layout/LinedList"/>
    <dgm:cxn modelId="{2B9B3793-5FBB-4AB5-8618-11768B34E313}" type="presParOf" srcId="{C1429169-3AB1-4B08-AD7E-9375C9A27246}" destId="{A50BAEBA-E4FB-49EA-A355-8682A425EF15}" srcOrd="1" destOrd="0" presId="urn:microsoft.com/office/officeart/2008/layout/LinedList"/>
    <dgm:cxn modelId="{BD1E81DF-5F8C-40E3-ADDD-28C5CC884156}" type="presParOf" srcId="{AAA30A1A-F2CF-482E-9104-41683AF5C6B4}" destId="{DAAD8AAE-051C-42AE-8203-64ED761D52C5}" srcOrd="8" destOrd="0" presId="urn:microsoft.com/office/officeart/2008/layout/LinedList"/>
    <dgm:cxn modelId="{6962B29A-3852-434C-8700-5CED2842FD54}" type="presParOf" srcId="{AAA30A1A-F2CF-482E-9104-41683AF5C6B4}" destId="{184D47BD-CCD2-4F1C-8927-9A080553D73B}" srcOrd="9" destOrd="0" presId="urn:microsoft.com/office/officeart/2008/layout/LinedList"/>
    <dgm:cxn modelId="{783824CC-5CF6-4510-88DE-463BE55293B3}" type="presParOf" srcId="{184D47BD-CCD2-4F1C-8927-9A080553D73B}" destId="{FF7B79CD-7725-4FBF-8351-FDA77C3192D3}" srcOrd="0" destOrd="0" presId="urn:microsoft.com/office/officeart/2008/layout/LinedList"/>
    <dgm:cxn modelId="{9C692998-AA87-4B66-BEFA-93FEE276FC06}" type="presParOf" srcId="{184D47BD-CCD2-4F1C-8927-9A080553D73B}" destId="{6AD1DCAB-8367-4BC4-8787-FF8BBAE3503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D937E49-4042-46C4-A7EA-5369C7D81982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F4579F7-C08B-4BF7-80D3-8451E1A30BC2}">
      <dgm:prSet/>
      <dgm:spPr/>
      <dgm:t>
        <a:bodyPr/>
        <a:lstStyle/>
        <a:p>
          <a:r>
            <a:rPr lang="en-US" b="0" i="0"/>
            <a:t>Fuziunea senzorial</a:t>
          </a:r>
          <a:r>
            <a:rPr lang="ro-RO" b="0" i="0"/>
            <a:t>ă</a:t>
          </a:r>
          <a:r>
            <a:rPr lang="en-US" b="0" i="0"/>
            <a:t> a fost implementat</a:t>
          </a:r>
          <a:r>
            <a:rPr lang="ro-RO" b="0" i="0"/>
            <a:t>ă</a:t>
          </a:r>
          <a:r>
            <a:rPr lang="en-US" b="0" i="0"/>
            <a:t> cu succes. Combinarea geometriei 3D (SGM) cu </a:t>
          </a:r>
          <a:r>
            <a:rPr lang="ro-RO" b="0" i="0"/>
            <a:t>modelul </a:t>
          </a:r>
          <a:r>
            <a:rPr lang="en-US" b="0" i="0"/>
            <a:t>AI (YOLO) creeaz</a:t>
          </a:r>
          <a:r>
            <a:rPr lang="ro-RO" b="0" i="0"/>
            <a:t>ă</a:t>
          </a:r>
          <a:r>
            <a:rPr lang="en-US" b="0" i="0"/>
            <a:t> un sistem superior.</a:t>
          </a:r>
          <a:endParaRPr lang="en-US"/>
        </a:p>
      </dgm:t>
    </dgm:pt>
    <dgm:pt modelId="{E2997CD0-D138-4FCF-B870-A59BB63A76FD}" type="parTrans" cxnId="{0995C9C4-7614-4C78-BA5B-4E6992E8A390}">
      <dgm:prSet/>
      <dgm:spPr/>
      <dgm:t>
        <a:bodyPr/>
        <a:lstStyle/>
        <a:p>
          <a:endParaRPr lang="en-US"/>
        </a:p>
      </dgm:t>
    </dgm:pt>
    <dgm:pt modelId="{A83111A8-99D9-4C3C-802D-86895C8C61F9}" type="sibTrans" cxnId="{0995C9C4-7614-4C78-BA5B-4E6992E8A390}">
      <dgm:prSet/>
      <dgm:spPr/>
      <dgm:t>
        <a:bodyPr/>
        <a:lstStyle/>
        <a:p>
          <a:endParaRPr lang="en-US"/>
        </a:p>
      </dgm:t>
    </dgm:pt>
    <dgm:pt modelId="{6C4888D4-18D1-41FD-95FD-0F5B2D387CC7}">
      <dgm:prSet/>
      <dgm:spPr/>
      <dgm:t>
        <a:bodyPr/>
        <a:lstStyle/>
        <a:p>
          <a:r>
            <a:rPr lang="en-US" b="0" i="0"/>
            <a:t>Dezvolt</a:t>
          </a:r>
          <a:r>
            <a:rPr lang="ro-RO" b="0" i="0"/>
            <a:t>ă</a:t>
          </a:r>
          <a:r>
            <a:rPr lang="en-US" b="0" i="0"/>
            <a:t>ri viitoare: Implementarea TTC (Time To Collision) pentru un prag dinamic bazat pe vitez</a:t>
          </a:r>
          <a:r>
            <a:rPr lang="ro-RO" b="0" i="0"/>
            <a:t>ă</a:t>
          </a:r>
          <a:r>
            <a:rPr lang="en-US" b="0" i="0"/>
            <a:t>.</a:t>
          </a:r>
          <a:endParaRPr lang="en-US"/>
        </a:p>
      </dgm:t>
    </dgm:pt>
    <dgm:pt modelId="{EF42822B-ABA1-4563-B111-B623951E0C41}" type="parTrans" cxnId="{9E6D40A1-5D1B-438D-AB3F-56A47D915F8B}">
      <dgm:prSet/>
      <dgm:spPr/>
      <dgm:t>
        <a:bodyPr/>
        <a:lstStyle/>
        <a:p>
          <a:endParaRPr lang="en-US"/>
        </a:p>
      </dgm:t>
    </dgm:pt>
    <dgm:pt modelId="{F67D23E3-8840-4EBA-84A4-0995B73736B2}" type="sibTrans" cxnId="{9E6D40A1-5D1B-438D-AB3F-56A47D915F8B}">
      <dgm:prSet/>
      <dgm:spPr/>
      <dgm:t>
        <a:bodyPr/>
        <a:lstStyle/>
        <a:p>
          <a:endParaRPr lang="en-US"/>
        </a:p>
      </dgm:t>
    </dgm:pt>
    <dgm:pt modelId="{B4D5B1B6-8E44-48DD-922E-871B34EA19F5}">
      <dgm:prSet/>
      <dgm:spPr/>
      <dgm:t>
        <a:bodyPr/>
        <a:lstStyle/>
        <a:p>
          <a:r>
            <a:rPr lang="en-US" b="0" i="0"/>
            <a:t>MATLAB Coder: Compilarea scriptului în C/C++ pentru rularea pe un ECU auto real.</a:t>
          </a:r>
          <a:endParaRPr lang="en-US"/>
        </a:p>
      </dgm:t>
    </dgm:pt>
    <dgm:pt modelId="{DBD47AAA-7050-4D7D-894A-0BED5EFCA07E}" type="parTrans" cxnId="{15F889E2-3312-4206-A423-2D5B15E5592A}">
      <dgm:prSet/>
      <dgm:spPr/>
      <dgm:t>
        <a:bodyPr/>
        <a:lstStyle/>
        <a:p>
          <a:endParaRPr lang="en-US"/>
        </a:p>
      </dgm:t>
    </dgm:pt>
    <dgm:pt modelId="{D050E1B8-F1A7-483F-90F2-9E6B215C137C}" type="sibTrans" cxnId="{15F889E2-3312-4206-A423-2D5B15E5592A}">
      <dgm:prSet/>
      <dgm:spPr/>
      <dgm:t>
        <a:bodyPr/>
        <a:lstStyle/>
        <a:p>
          <a:endParaRPr lang="en-US"/>
        </a:p>
      </dgm:t>
    </dgm:pt>
    <dgm:pt modelId="{88708846-CAAD-4BFF-9A1D-84E116FBBE1D}" type="pres">
      <dgm:prSet presAssocID="{1D937E49-4042-46C4-A7EA-5369C7D81982}" presName="diagram" presStyleCnt="0">
        <dgm:presLayoutVars>
          <dgm:dir/>
          <dgm:resizeHandles val="exact"/>
        </dgm:presLayoutVars>
      </dgm:prSet>
      <dgm:spPr/>
    </dgm:pt>
    <dgm:pt modelId="{DED03748-41EC-4B42-9F07-4471CF4C5189}" type="pres">
      <dgm:prSet presAssocID="{1F4579F7-C08B-4BF7-80D3-8451E1A30BC2}" presName="node" presStyleLbl="node1" presStyleIdx="0" presStyleCnt="3">
        <dgm:presLayoutVars>
          <dgm:bulletEnabled val="1"/>
        </dgm:presLayoutVars>
      </dgm:prSet>
      <dgm:spPr/>
    </dgm:pt>
    <dgm:pt modelId="{DB58F244-16B9-4178-B4DD-89647F38E52C}" type="pres">
      <dgm:prSet presAssocID="{A83111A8-99D9-4C3C-802D-86895C8C61F9}" presName="sibTrans" presStyleLbl="sibTrans2D1" presStyleIdx="0" presStyleCnt="2"/>
      <dgm:spPr/>
    </dgm:pt>
    <dgm:pt modelId="{E98FE06C-07FB-4A05-B764-2305D67CFECD}" type="pres">
      <dgm:prSet presAssocID="{A83111A8-99D9-4C3C-802D-86895C8C61F9}" presName="connectorText" presStyleLbl="sibTrans2D1" presStyleIdx="0" presStyleCnt="2"/>
      <dgm:spPr/>
    </dgm:pt>
    <dgm:pt modelId="{0397B736-4F99-4B2D-99E0-118247F2DE71}" type="pres">
      <dgm:prSet presAssocID="{6C4888D4-18D1-41FD-95FD-0F5B2D387CC7}" presName="node" presStyleLbl="node1" presStyleIdx="1" presStyleCnt="3">
        <dgm:presLayoutVars>
          <dgm:bulletEnabled val="1"/>
        </dgm:presLayoutVars>
      </dgm:prSet>
      <dgm:spPr/>
    </dgm:pt>
    <dgm:pt modelId="{A8E3F013-67D2-46A3-ABEE-79C53561E146}" type="pres">
      <dgm:prSet presAssocID="{F67D23E3-8840-4EBA-84A4-0995B73736B2}" presName="sibTrans" presStyleLbl="sibTrans2D1" presStyleIdx="1" presStyleCnt="2"/>
      <dgm:spPr/>
    </dgm:pt>
    <dgm:pt modelId="{F7A82D0C-63BC-4BCB-8042-57FF77339486}" type="pres">
      <dgm:prSet presAssocID="{F67D23E3-8840-4EBA-84A4-0995B73736B2}" presName="connectorText" presStyleLbl="sibTrans2D1" presStyleIdx="1" presStyleCnt="2"/>
      <dgm:spPr/>
    </dgm:pt>
    <dgm:pt modelId="{DA6FFE9F-0FFC-4A83-A418-F10262EAD624}" type="pres">
      <dgm:prSet presAssocID="{B4D5B1B6-8E44-48DD-922E-871B34EA19F5}" presName="node" presStyleLbl="node1" presStyleIdx="2" presStyleCnt="3">
        <dgm:presLayoutVars>
          <dgm:bulletEnabled val="1"/>
        </dgm:presLayoutVars>
      </dgm:prSet>
      <dgm:spPr/>
    </dgm:pt>
  </dgm:ptLst>
  <dgm:cxnLst>
    <dgm:cxn modelId="{C8A9E52E-0AE5-4C3B-B378-027870A9948F}" type="presOf" srcId="{F67D23E3-8840-4EBA-84A4-0995B73736B2}" destId="{F7A82D0C-63BC-4BCB-8042-57FF77339486}" srcOrd="1" destOrd="0" presId="urn:microsoft.com/office/officeart/2005/8/layout/process5"/>
    <dgm:cxn modelId="{8589C12F-E122-4D34-BF23-7BBBA6AF4723}" type="presOf" srcId="{A83111A8-99D9-4C3C-802D-86895C8C61F9}" destId="{E98FE06C-07FB-4A05-B764-2305D67CFECD}" srcOrd="1" destOrd="0" presId="urn:microsoft.com/office/officeart/2005/8/layout/process5"/>
    <dgm:cxn modelId="{AAB93139-5E4E-4C24-811C-640C5164CABE}" type="presOf" srcId="{B4D5B1B6-8E44-48DD-922E-871B34EA19F5}" destId="{DA6FFE9F-0FFC-4A83-A418-F10262EAD624}" srcOrd="0" destOrd="0" presId="urn:microsoft.com/office/officeart/2005/8/layout/process5"/>
    <dgm:cxn modelId="{6759A643-9E04-47ED-BD64-D15BF71913A3}" type="presOf" srcId="{F67D23E3-8840-4EBA-84A4-0995B73736B2}" destId="{A8E3F013-67D2-46A3-ABEE-79C53561E146}" srcOrd="0" destOrd="0" presId="urn:microsoft.com/office/officeart/2005/8/layout/process5"/>
    <dgm:cxn modelId="{80732B5A-48D7-419F-A783-7D6DF07C026B}" type="presOf" srcId="{1D937E49-4042-46C4-A7EA-5369C7D81982}" destId="{88708846-CAAD-4BFF-9A1D-84E116FBBE1D}" srcOrd="0" destOrd="0" presId="urn:microsoft.com/office/officeart/2005/8/layout/process5"/>
    <dgm:cxn modelId="{9E6D40A1-5D1B-438D-AB3F-56A47D915F8B}" srcId="{1D937E49-4042-46C4-A7EA-5369C7D81982}" destId="{6C4888D4-18D1-41FD-95FD-0F5B2D387CC7}" srcOrd="1" destOrd="0" parTransId="{EF42822B-ABA1-4563-B111-B623951E0C41}" sibTransId="{F67D23E3-8840-4EBA-84A4-0995B73736B2}"/>
    <dgm:cxn modelId="{6FA5EABC-0D5F-4588-99D2-D61E67059BC3}" type="presOf" srcId="{A83111A8-99D9-4C3C-802D-86895C8C61F9}" destId="{DB58F244-16B9-4178-B4DD-89647F38E52C}" srcOrd="0" destOrd="0" presId="urn:microsoft.com/office/officeart/2005/8/layout/process5"/>
    <dgm:cxn modelId="{0995C9C4-7614-4C78-BA5B-4E6992E8A390}" srcId="{1D937E49-4042-46C4-A7EA-5369C7D81982}" destId="{1F4579F7-C08B-4BF7-80D3-8451E1A30BC2}" srcOrd="0" destOrd="0" parTransId="{E2997CD0-D138-4FCF-B870-A59BB63A76FD}" sibTransId="{A83111A8-99D9-4C3C-802D-86895C8C61F9}"/>
    <dgm:cxn modelId="{B49579DA-9417-42FB-9694-4B65C902FE2E}" type="presOf" srcId="{6C4888D4-18D1-41FD-95FD-0F5B2D387CC7}" destId="{0397B736-4F99-4B2D-99E0-118247F2DE71}" srcOrd="0" destOrd="0" presId="urn:microsoft.com/office/officeart/2005/8/layout/process5"/>
    <dgm:cxn modelId="{15F889E2-3312-4206-A423-2D5B15E5592A}" srcId="{1D937E49-4042-46C4-A7EA-5369C7D81982}" destId="{B4D5B1B6-8E44-48DD-922E-871B34EA19F5}" srcOrd="2" destOrd="0" parTransId="{DBD47AAA-7050-4D7D-894A-0BED5EFCA07E}" sibTransId="{D050E1B8-F1A7-483F-90F2-9E6B215C137C}"/>
    <dgm:cxn modelId="{F6417AFA-B481-43F1-8E5D-74AFF21A2F75}" type="presOf" srcId="{1F4579F7-C08B-4BF7-80D3-8451E1A30BC2}" destId="{DED03748-41EC-4B42-9F07-4471CF4C5189}" srcOrd="0" destOrd="0" presId="urn:microsoft.com/office/officeart/2005/8/layout/process5"/>
    <dgm:cxn modelId="{DBC23BC3-4F84-4527-91FB-D4E3FDA10B93}" type="presParOf" srcId="{88708846-CAAD-4BFF-9A1D-84E116FBBE1D}" destId="{DED03748-41EC-4B42-9F07-4471CF4C5189}" srcOrd="0" destOrd="0" presId="urn:microsoft.com/office/officeart/2005/8/layout/process5"/>
    <dgm:cxn modelId="{68A50DB2-AA1D-44E3-AD60-D4DE4CF11DF1}" type="presParOf" srcId="{88708846-CAAD-4BFF-9A1D-84E116FBBE1D}" destId="{DB58F244-16B9-4178-B4DD-89647F38E52C}" srcOrd="1" destOrd="0" presId="urn:microsoft.com/office/officeart/2005/8/layout/process5"/>
    <dgm:cxn modelId="{726F8338-EC8E-4A98-B5F5-630BBCC0CAA5}" type="presParOf" srcId="{DB58F244-16B9-4178-B4DD-89647F38E52C}" destId="{E98FE06C-07FB-4A05-B764-2305D67CFECD}" srcOrd="0" destOrd="0" presId="urn:microsoft.com/office/officeart/2005/8/layout/process5"/>
    <dgm:cxn modelId="{3F7178E3-4CB6-462F-A5D6-9C24BE8B72C4}" type="presParOf" srcId="{88708846-CAAD-4BFF-9A1D-84E116FBBE1D}" destId="{0397B736-4F99-4B2D-99E0-118247F2DE71}" srcOrd="2" destOrd="0" presId="urn:microsoft.com/office/officeart/2005/8/layout/process5"/>
    <dgm:cxn modelId="{933D31AF-8CEA-4679-857E-F644B1536A84}" type="presParOf" srcId="{88708846-CAAD-4BFF-9A1D-84E116FBBE1D}" destId="{A8E3F013-67D2-46A3-ABEE-79C53561E146}" srcOrd="3" destOrd="0" presId="urn:microsoft.com/office/officeart/2005/8/layout/process5"/>
    <dgm:cxn modelId="{D12BC8AD-7EE0-4DD2-9322-59694D8D69DE}" type="presParOf" srcId="{A8E3F013-67D2-46A3-ABEE-79C53561E146}" destId="{F7A82D0C-63BC-4BCB-8042-57FF77339486}" srcOrd="0" destOrd="0" presId="urn:microsoft.com/office/officeart/2005/8/layout/process5"/>
    <dgm:cxn modelId="{48EDF02A-88BA-43D7-9B69-D3A4174DB869}" type="presParOf" srcId="{88708846-CAAD-4BFF-9A1D-84E116FBBE1D}" destId="{DA6FFE9F-0FFC-4A83-A418-F10262EAD624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8AD291-41F9-4AB2-8014-168C4500DF9B}">
      <dsp:nvSpPr>
        <dsp:cNvPr id="0" name=""/>
        <dsp:cNvSpPr/>
      </dsp:nvSpPr>
      <dsp:spPr>
        <a:xfrm>
          <a:off x="0" y="645396"/>
          <a:ext cx="5614987" cy="5276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Introducere </a:t>
          </a:r>
          <a:r>
            <a:rPr lang="ro-RO" sz="2200" b="0" i="0" kern="1200"/>
            <a:t>ş</a:t>
          </a:r>
          <a:r>
            <a:rPr lang="en-US" sz="2200" b="0" i="0" kern="1200"/>
            <a:t>i Context</a:t>
          </a:r>
        </a:p>
      </dsp:txBody>
      <dsp:txXfrm>
        <a:off x="25759" y="671155"/>
        <a:ext cx="5563469" cy="476152"/>
      </dsp:txXfrm>
    </dsp:sp>
    <dsp:sp modelId="{7A85BB90-48E5-463A-B6D5-26817320707F}">
      <dsp:nvSpPr>
        <dsp:cNvPr id="0" name=""/>
        <dsp:cNvSpPr/>
      </dsp:nvSpPr>
      <dsp:spPr>
        <a:xfrm>
          <a:off x="0" y="1236426"/>
          <a:ext cx="5614987" cy="527670"/>
        </a:xfrm>
        <a:prstGeom prst="roundRect">
          <a:avLst/>
        </a:prstGeom>
        <a:solidFill>
          <a:schemeClr val="accent2">
            <a:hueOff val="270963"/>
            <a:satOff val="-1326"/>
            <a:lumOff val="74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Fundamente Teoretice (SGM &amp; YOLO)</a:t>
          </a:r>
          <a:endParaRPr lang="en-US" sz="2200" kern="1200"/>
        </a:p>
      </dsp:txBody>
      <dsp:txXfrm>
        <a:off x="25759" y="1262185"/>
        <a:ext cx="5563469" cy="476152"/>
      </dsp:txXfrm>
    </dsp:sp>
    <dsp:sp modelId="{F52A2DDB-2F49-4117-B17E-D17AB579870A}">
      <dsp:nvSpPr>
        <dsp:cNvPr id="0" name=""/>
        <dsp:cNvSpPr/>
      </dsp:nvSpPr>
      <dsp:spPr>
        <a:xfrm>
          <a:off x="0" y="1827456"/>
          <a:ext cx="5614987" cy="527670"/>
        </a:xfrm>
        <a:prstGeom prst="roundRect">
          <a:avLst/>
        </a:prstGeom>
        <a:solidFill>
          <a:schemeClr val="accent2">
            <a:hueOff val="541926"/>
            <a:satOff val="-2653"/>
            <a:lumOff val="149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Arhitectura Sistemului Software</a:t>
          </a:r>
          <a:endParaRPr lang="en-US" sz="2200" kern="1200"/>
        </a:p>
      </dsp:txBody>
      <dsp:txXfrm>
        <a:off x="25759" y="1853215"/>
        <a:ext cx="5563469" cy="476152"/>
      </dsp:txXfrm>
    </dsp:sp>
    <dsp:sp modelId="{53895F5B-7CA0-454C-BD6D-3C0C21C789BA}">
      <dsp:nvSpPr>
        <dsp:cNvPr id="0" name=""/>
        <dsp:cNvSpPr/>
      </dsp:nvSpPr>
      <dsp:spPr>
        <a:xfrm>
          <a:off x="0" y="2418486"/>
          <a:ext cx="5614987" cy="527670"/>
        </a:xfrm>
        <a:prstGeom prst="roundRect">
          <a:avLst/>
        </a:prstGeom>
        <a:solidFill>
          <a:schemeClr val="accent2">
            <a:hueOff val="812888"/>
            <a:satOff val="-3979"/>
            <a:lumOff val="223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Implementarea în MATLAB</a:t>
          </a:r>
          <a:endParaRPr lang="en-US" sz="2200" kern="1200"/>
        </a:p>
      </dsp:txBody>
      <dsp:txXfrm>
        <a:off x="25759" y="2444245"/>
        <a:ext cx="5563469" cy="476152"/>
      </dsp:txXfrm>
    </dsp:sp>
    <dsp:sp modelId="{E5360154-049E-4F73-8F3C-58EBF9FE88D2}">
      <dsp:nvSpPr>
        <dsp:cNvPr id="0" name=""/>
        <dsp:cNvSpPr/>
      </dsp:nvSpPr>
      <dsp:spPr>
        <a:xfrm>
          <a:off x="0" y="3009516"/>
          <a:ext cx="5614987" cy="527670"/>
        </a:xfrm>
        <a:prstGeom prst="roundRect">
          <a:avLst/>
        </a:prstGeom>
        <a:solidFill>
          <a:schemeClr val="accent2">
            <a:hueOff val="1083851"/>
            <a:satOff val="-5306"/>
            <a:lumOff val="298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Rezultate </a:t>
          </a:r>
          <a:r>
            <a:rPr lang="ro-RO" sz="2200" b="0" i="0" kern="1200"/>
            <a:t>ş</a:t>
          </a:r>
          <a:r>
            <a:rPr lang="en-US" sz="2200" b="0" i="0" kern="1200"/>
            <a:t>i Validare (KITTI)</a:t>
          </a:r>
          <a:endParaRPr lang="en-US" sz="2200" kern="1200"/>
        </a:p>
      </dsp:txBody>
      <dsp:txXfrm>
        <a:off x="25759" y="3035275"/>
        <a:ext cx="5563469" cy="476152"/>
      </dsp:txXfrm>
    </dsp:sp>
    <dsp:sp modelId="{259F871E-871B-417D-B718-BD4F4E282DC8}">
      <dsp:nvSpPr>
        <dsp:cNvPr id="0" name=""/>
        <dsp:cNvSpPr/>
      </dsp:nvSpPr>
      <dsp:spPr>
        <a:xfrm>
          <a:off x="0" y="3600546"/>
          <a:ext cx="5614987" cy="527670"/>
        </a:xfrm>
        <a:prstGeom prst="roundRect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Concluzii </a:t>
          </a:r>
          <a:r>
            <a:rPr lang="ro-RO" sz="2200" b="0" i="0" kern="1200"/>
            <a:t>ş</a:t>
          </a:r>
          <a:r>
            <a:rPr lang="en-US" sz="2200" b="0" i="0" kern="1200"/>
            <a:t>i Dezvolt</a:t>
          </a:r>
          <a:r>
            <a:rPr lang="ro-RO" sz="2200" b="0" i="0" kern="1200"/>
            <a:t>ă</a:t>
          </a:r>
          <a:r>
            <a:rPr lang="en-US" sz="2200" b="0" i="0" kern="1200"/>
            <a:t>ri Viitoare</a:t>
          </a:r>
          <a:endParaRPr lang="en-US" sz="2200" kern="1200"/>
        </a:p>
      </dsp:txBody>
      <dsp:txXfrm>
        <a:off x="25759" y="3626305"/>
        <a:ext cx="5563469" cy="4761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D58621-3E70-420A-87FA-FC87F67AA42D}">
      <dsp:nvSpPr>
        <dsp:cNvPr id="0" name=""/>
        <dsp:cNvSpPr/>
      </dsp:nvSpPr>
      <dsp:spPr>
        <a:xfrm>
          <a:off x="0" y="1048841"/>
          <a:ext cx="2644974" cy="1679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52BB5-4BDB-435A-A221-709E5E5CF80A}">
      <dsp:nvSpPr>
        <dsp:cNvPr id="0" name=""/>
        <dsp:cNvSpPr/>
      </dsp:nvSpPr>
      <dsp:spPr>
        <a:xfrm>
          <a:off x="293885" y="1328033"/>
          <a:ext cx="2644974" cy="16795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ADAS = Advanced Driver Assistance Systems.</a:t>
          </a:r>
          <a:endParaRPr lang="en-US" sz="1700" kern="1200"/>
        </a:p>
      </dsp:txBody>
      <dsp:txXfrm>
        <a:off x="343078" y="1377226"/>
        <a:ext cx="2546588" cy="1581172"/>
      </dsp:txXfrm>
    </dsp:sp>
    <dsp:sp modelId="{F5DBC132-46FC-4343-913F-09C6BA375878}">
      <dsp:nvSpPr>
        <dsp:cNvPr id="0" name=""/>
        <dsp:cNvSpPr/>
      </dsp:nvSpPr>
      <dsp:spPr>
        <a:xfrm>
          <a:off x="3232745" y="1048841"/>
          <a:ext cx="2644974" cy="1679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921A8-16C8-4123-A50A-2062DAF31C3B}">
      <dsp:nvSpPr>
        <dsp:cNvPr id="0" name=""/>
        <dsp:cNvSpPr/>
      </dsp:nvSpPr>
      <dsp:spPr>
        <a:xfrm>
          <a:off x="3526631" y="1328033"/>
          <a:ext cx="2644974" cy="16795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Importan</a:t>
          </a:r>
          <a:r>
            <a:rPr lang="ro-RO" sz="1700" b="0" i="0" kern="1200"/>
            <a:t>ţ</a:t>
          </a:r>
          <a:r>
            <a:rPr lang="en-US" sz="1700" b="0" i="0" kern="1200"/>
            <a:t>a sistemului AEB (Automated Emergency Braking).</a:t>
          </a:r>
          <a:endParaRPr lang="en-US" sz="1700" kern="1200"/>
        </a:p>
      </dsp:txBody>
      <dsp:txXfrm>
        <a:off x="3575824" y="1377226"/>
        <a:ext cx="2546588" cy="1581172"/>
      </dsp:txXfrm>
    </dsp:sp>
    <dsp:sp modelId="{FDAA7290-6EBF-48C0-887D-DC74F19024F7}">
      <dsp:nvSpPr>
        <dsp:cNvPr id="0" name=""/>
        <dsp:cNvSpPr/>
      </dsp:nvSpPr>
      <dsp:spPr>
        <a:xfrm>
          <a:off x="6465492" y="1048841"/>
          <a:ext cx="2644974" cy="16795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E88B7A-E159-4BDE-8085-BFB3C7C92D68}">
      <dsp:nvSpPr>
        <dsp:cNvPr id="0" name=""/>
        <dsp:cNvSpPr/>
      </dsp:nvSpPr>
      <dsp:spPr>
        <a:xfrm>
          <a:off x="6759378" y="1328033"/>
          <a:ext cx="2644974" cy="167955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Provocarea principal</a:t>
          </a:r>
          <a:r>
            <a:rPr lang="ro-RO" sz="1700" b="0" i="0" kern="1200"/>
            <a:t>ă</a:t>
          </a:r>
          <a:r>
            <a:rPr lang="en-US" sz="1700" b="0" i="0" kern="1200"/>
            <a:t>: Identificarea semanticã (CE este) vs. Estimarea metricã (UNDE este).</a:t>
          </a:r>
          <a:endParaRPr lang="en-US" sz="1700" kern="1200"/>
        </a:p>
      </dsp:txBody>
      <dsp:txXfrm>
        <a:off x="6808571" y="1377226"/>
        <a:ext cx="2546588" cy="15811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EBD030-6706-4322-ADE8-6DF73BAF0F7D}">
      <dsp:nvSpPr>
        <dsp:cNvPr id="0" name=""/>
        <dsp:cNvSpPr/>
      </dsp:nvSpPr>
      <dsp:spPr>
        <a:xfrm>
          <a:off x="0" y="558"/>
          <a:ext cx="6496050" cy="13059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F7CF43-3D4B-4BFD-8316-450BFF61D721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529F3-88C8-4DE4-B827-8931A947594F}">
      <dsp:nvSpPr>
        <dsp:cNvPr id="0" name=""/>
        <dsp:cNvSpPr/>
      </dsp:nvSpPr>
      <dsp:spPr>
        <a:xfrm>
          <a:off x="1508391" y="558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Senzorii clasici (Radar) sunt buni la distan</a:t>
          </a:r>
          <a:r>
            <a:rPr lang="ro-RO" sz="2300" b="0" i="0" kern="1200"/>
            <a:t>ţă</a:t>
          </a:r>
          <a:r>
            <a:rPr lang="en-US" sz="2300" b="0" i="0" kern="1200"/>
            <a:t>, dar slabi la identificarea formei.</a:t>
          </a:r>
          <a:endParaRPr lang="en-US" sz="2300" kern="1200"/>
        </a:p>
      </dsp:txBody>
      <dsp:txXfrm>
        <a:off x="1508391" y="558"/>
        <a:ext cx="4987658" cy="1305966"/>
      </dsp:txXfrm>
    </dsp:sp>
    <dsp:sp modelId="{C7FB25B9-D180-4F04-9D2A-74A816C57805}">
      <dsp:nvSpPr>
        <dsp:cNvPr id="0" name=""/>
        <dsp:cNvSpPr/>
      </dsp:nvSpPr>
      <dsp:spPr>
        <a:xfrm>
          <a:off x="0" y="1633016"/>
          <a:ext cx="6496050" cy="130596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8C1A2B-BB62-4456-A9C1-D1F8D3183D47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C1AA05-EF52-4F6E-9FAB-8E166BDFB43E}">
      <dsp:nvSpPr>
        <dsp:cNvPr id="0" name=""/>
        <dsp:cNvSpPr/>
      </dsp:nvSpPr>
      <dsp:spPr>
        <a:xfrm>
          <a:off x="1508391" y="1633016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Camera Mono e excelent</a:t>
          </a:r>
          <a:r>
            <a:rPr lang="ro-RO" sz="2300" b="0" i="0" kern="1200"/>
            <a:t>ă l</a:t>
          </a:r>
          <a:r>
            <a:rPr lang="en-US" sz="2300" b="0" i="0" kern="1200"/>
            <a:t>a identificare, dar nu poate m</a:t>
          </a:r>
          <a:r>
            <a:rPr lang="ro-RO" sz="2300" b="0" i="0" kern="1200"/>
            <a:t>ă</a:t>
          </a:r>
          <a:r>
            <a:rPr lang="en-US" sz="2300" b="0" i="0" kern="1200"/>
            <a:t>sura precis distan</a:t>
          </a:r>
          <a:r>
            <a:rPr lang="ro-RO" sz="2300" b="0" i="0" kern="1200"/>
            <a:t>ţ</a:t>
          </a:r>
          <a:r>
            <a:rPr lang="en-US" sz="2300" b="0" i="0" kern="1200"/>
            <a:t>a.</a:t>
          </a:r>
          <a:endParaRPr lang="en-US" sz="2300" kern="1200"/>
        </a:p>
      </dsp:txBody>
      <dsp:txXfrm>
        <a:off x="1508391" y="1633016"/>
        <a:ext cx="4987658" cy="1305966"/>
      </dsp:txXfrm>
    </dsp:sp>
    <dsp:sp modelId="{7D3EEA78-6AB6-4F86-BAC6-94BACA6CFEC9}">
      <dsp:nvSpPr>
        <dsp:cNvPr id="0" name=""/>
        <dsp:cNvSpPr/>
      </dsp:nvSpPr>
      <dsp:spPr>
        <a:xfrm>
          <a:off x="0" y="3265475"/>
          <a:ext cx="6496050" cy="13059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6CA056-33DE-4D70-A685-6E286B5A5E21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9085DA-5CEA-4768-9983-3DA05A159D74}">
      <dsp:nvSpPr>
        <dsp:cNvPr id="0" name=""/>
        <dsp:cNvSpPr/>
      </dsp:nvSpPr>
      <dsp:spPr>
        <a:xfrm>
          <a:off x="1508391" y="3265475"/>
          <a:ext cx="4987658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Solu</a:t>
          </a:r>
          <a:r>
            <a:rPr lang="ro-RO" sz="2300" b="0" i="0" kern="1200"/>
            <a:t>ţ</a:t>
          </a:r>
          <a:r>
            <a:rPr lang="en-US" sz="2300" b="0" i="0" kern="1200"/>
            <a:t>ia propus</a:t>
          </a:r>
          <a:r>
            <a:rPr lang="ro-RO" sz="2300" b="0" i="0" kern="1200"/>
            <a:t>ă</a:t>
          </a:r>
          <a:r>
            <a:rPr lang="en-US" sz="2300" b="0" i="0" kern="1200"/>
            <a:t>: Camere Stereo (geometrie) + Re</a:t>
          </a:r>
          <a:r>
            <a:rPr lang="ro-RO" sz="2300" b="0" i="0" kern="1200"/>
            <a:t>ţ</a:t>
          </a:r>
          <a:r>
            <a:rPr lang="en-US" sz="2300" b="0" i="0" kern="1200"/>
            <a:t>ele Neurale (inteligen</a:t>
          </a:r>
          <a:r>
            <a:rPr lang="ro-RO" sz="2300" b="0" i="0" kern="1200"/>
            <a:t>ţă</a:t>
          </a:r>
          <a:r>
            <a:rPr lang="en-US" sz="2300" b="0" i="0" kern="1200"/>
            <a:t> semantic</a:t>
          </a:r>
          <a:r>
            <a:rPr lang="ro-RO" sz="2300" b="0" i="0" kern="1200"/>
            <a:t>ă</a:t>
          </a:r>
          <a:r>
            <a:rPr lang="en-US" sz="2300" b="0" i="0" kern="1200"/>
            <a:t>).</a:t>
          </a:r>
          <a:endParaRPr lang="en-US" sz="2300" kern="1200"/>
        </a:p>
      </dsp:txBody>
      <dsp:txXfrm>
        <a:off x="1508391" y="3265475"/>
        <a:ext cx="4987658" cy="13059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F0AEDC-9954-4AA4-A5DD-B1819F0F6D36}">
      <dsp:nvSpPr>
        <dsp:cNvPr id="0" name=""/>
        <dsp:cNvSpPr/>
      </dsp:nvSpPr>
      <dsp:spPr>
        <a:xfrm>
          <a:off x="0" y="567487"/>
          <a:ext cx="3064322" cy="1945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86AF72-DB99-4147-A154-2ACCBF926E12}">
      <dsp:nvSpPr>
        <dsp:cNvPr id="0" name=""/>
        <dsp:cNvSpPr/>
      </dsp:nvSpPr>
      <dsp:spPr>
        <a:xfrm>
          <a:off x="340480" y="890944"/>
          <a:ext cx="3064322" cy="1945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SGM (Semi-Global Matching): Rezolvã limit</a:t>
          </a:r>
          <a:r>
            <a:rPr lang="ro-RO" sz="1700" b="0" i="0" kern="1200"/>
            <a:t>ă</a:t>
          </a:r>
          <a:r>
            <a:rPr lang="en-US" sz="1700" b="0" i="0" kern="1200"/>
            <a:t>rile algoritmilor locali (SAD) pe zone fãrã textur</a:t>
          </a:r>
          <a:r>
            <a:rPr lang="ro-RO" sz="1700" b="0" i="0" kern="1200"/>
            <a:t>ă</a:t>
          </a:r>
          <a:r>
            <a:rPr lang="en-US" sz="1700" b="0" i="0" kern="1200"/>
            <a:t> prin penaliz</a:t>
          </a:r>
          <a:r>
            <a:rPr lang="ro-RO" sz="1700" b="0" i="0" kern="1200"/>
            <a:t>ă</a:t>
          </a:r>
          <a:r>
            <a:rPr lang="en-US" sz="1700" b="0" i="0" kern="1200"/>
            <a:t>ri de netezire multi-direc</a:t>
          </a:r>
          <a:r>
            <a:rPr lang="ro-RO" sz="1700" b="0" i="0" kern="1200"/>
            <a:t>ţ</a:t>
          </a:r>
          <a:r>
            <a:rPr lang="en-US" sz="1700" b="0" i="0" kern="1200"/>
            <a:t>ionale.</a:t>
          </a:r>
          <a:endParaRPr lang="en-US" sz="1700" kern="1200"/>
        </a:p>
      </dsp:txBody>
      <dsp:txXfrm>
        <a:off x="397472" y="947936"/>
        <a:ext cx="2950338" cy="1831860"/>
      </dsp:txXfrm>
    </dsp:sp>
    <dsp:sp modelId="{5BF0B722-41B3-48B9-8512-33C1AD599535}">
      <dsp:nvSpPr>
        <dsp:cNvPr id="0" name=""/>
        <dsp:cNvSpPr/>
      </dsp:nvSpPr>
      <dsp:spPr>
        <a:xfrm>
          <a:off x="3745283" y="567487"/>
          <a:ext cx="3064322" cy="1945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F379A3-91FC-410F-88AE-F6CD7F92874B}">
      <dsp:nvSpPr>
        <dsp:cNvPr id="0" name=""/>
        <dsp:cNvSpPr/>
      </dsp:nvSpPr>
      <dsp:spPr>
        <a:xfrm>
          <a:off x="4085763" y="890944"/>
          <a:ext cx="3064322" cy="1945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YOLOv4 (You Only Look Once): Re</a:t>
          </a:r>
          <a:r>
            <a:rPr lang="ro-RO" sz="1700" b="0" i="0" kern="1200"/>
            <a:t>ţ</a:t>
          </a:r>
          <a:r>
            <a:rPr lang="en-US" sz="1700" b="0" i="0" kern="1200"/>
            <a:t>ea optimizat</a:t>
          </a:r>
          <a:r>
            <a:rPr lang="ro-RO" sz="1700" b="0" i="0" kern="1200"/>
            <a:t>ă</a:t>
          </a:r>
          <a:r>
            <a:rPr lang="en-US" sz="1700" b="0" i="0" kern="1200"/>
            <a:t> pentru procesare în timp real. Returneaz</a:t>
          </a:r>
          <a:r>
            <a:rPr lang="ro-RO" sz="1700" b="0" i="0" kern="1200"/>
            <a:t>ă</a:t>
          </a:r>
          <a:r>
            <a:rPr lang="en-US" sz="1700" b="0" i="0" kern="1200"/>
            <a:t> Bounding Boxes </a:t>
          </a:r>
          <a:r>
            <a:rPr lang="ro-RO" sz="1700" b="0" i="0" kern="1200"/>
            <a:t>ş</a:t>
          </a:r>
          <a:r>
            <a:rPr lang="en-US" sz="1700" b="0" i="0" kern="1200"/>
            <a:t>i Etichete.</a:t>
          </a:r>
          <a:endParaRPr lang="en-US" sz="1700" kern="1200"/>
        </a:p>
      </dsp:txBody>
      <dsp:txXfrm>
        <a:off x="4142755" y="947936"/>
        <a:ext cx="2950338" cy="1831860"/>
      </dsp:txXfrm>
    </dsp:sp>
    <dsp:sp modelId="{CDCFC965-9063-426B-BE59-1ADF8A813201}">
      <dsp:nvSpPr>
        <dsp:cNvPr id="0" name=""/>
        <dsp:cNvSpPr/>
      </dsp:nvSpPr>
      <dsp:spPr>
        <a:xfrm>
          <a:off x="7490566" y="567487"/>
          <a:ext cx="3064322" cy="19458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3153B0-5827-4158-A6BC-A7D6F15017D0}">
      <dsp:nvSpPr>
        <dsp:cNvPr id="0" name=""/>
        <dsp:cNvSpPr/>
      </dsp:nvSpPr>
      <dsp:spPr>
        <a:xfrm>
          <a:off x="7831047" y="890944"/>
          <a:ext cx="3064322" cy="19458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Fuziunea: Suprapunerea spa</a:t>
          </a:r>
          <a:r>
            <a:rPr lang="ro-RO" sz="1700" b="0" i="0" kern="1200"/>
            <a:t>ţ</a:t>
          </a:r>
          <a:r>
            <a:rPr lang="en-US" sz="1700" b="0" i="0" kern="1200"/>
            <a:t>ialã a cutiilor 2D peste matricea 3D.</a:t>
          </a:r>
          <a:endParaRPr lang="en-US" sz="1700" kern="1200"/>
        </a:p>
      </dsp:txBody>
      <dsp:txXfrm>
        <a:off x="7888039" y="947936"/>
        <a:ext cx="2950338" cy="18318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6D275-25C9-41E5-82DB-1960F57F4C43}">
      <dsp:nvSpPr>
        <dsp:cNvPr id="0" name=""/>
        <dsp:cNvSpPr/>
      </dsp:nvSpPr>
      <dsp:spPr>
        <a:xfrm>
          <a:off x="0" y="558"/>
          <a:ext cx="6496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9098B8B-EC7E-4B5C-94BE-F61FA2DD962A}">
      <dsp:nvSpPr>
        <dsp:cNvPr id="0" name=""/>
        <dsp:cNvSpPr/>
      </dsp:nvSpPr>
      <dsp:spPr>
        <a:xfrm>
          <a:off x="0" y="558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Sistemul respectã principiile Model-Based Design:</a:t>
          </a:r>
          <a:endParaRPr lang="en-US" sz="2500" kern="1200"/>
        </a:p>
      </dsp:txBody>
      <dsp:txXfrm>
        <a:off x="0" y="558"/>
        <a:ext cx="6496050" cy="914176"/>
      </dsp:txXfrm>
    </dsp:sp>
    <dsp:sp modelId="{F5079FCE-AC9B-47F9-AADF-E9E675713A31}">
      <dsp:nvSpPr>
        <dsp:cNvPr id="0" name=""/>
        <dsp:cNvSpPr/>
      </dsp:nvSpPr>
      <dsp:spPr>
        <a:xfrm>
          <a:off x="0" y="914734"/>
          <a:ext cx="6496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1496D89-CD45-4785-94C4-07ABFBA3A320}">
      <dsp:nvSpPr>
        <dsp:cNvPr id="0" name=""/>
        <dsp:cNvSpPr/>
      </dsp:nvSpPr>
      <dsp:spPr>
        <a:xfrm>
          <a:off x="0" y="914734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1. Modul Achizi</a:t>
          </a:r>
          <a:r>
            <a:rPr lang="ro-RO" sz="2500" b="0" i="0" kern="1200"/>
            <a:t>ţ</a:t>
          </a:r>
          <a:r>
            <a:rPr lang="en-US" sz="2500" b="0" i="0" kern="1200"/>
            <a:t>ie (browseForKITTI.m)</a:t>
          </a:r>
          <a:endParaRPr lang="en-US" sz="2500" kern="1200"/>
        </a:p>
      </dsp:txBody>
      <dsp:txXfrm>
        <a:off x="0" y="914734"/>
        <a:ext cx="6496050" cy="914176"/>
      </dsp:txXfrm>
    </dsp:sp>
    <dsp:sp modelId="{498E17DD-3E10-4EDB-9CA7-871FF98D9DC4}">
      <dsp:nvSpPr>
        <dsp:cNvPr id="0" name=""/>
        <dsp:cNvSpPr/>
      </dsp:nvSpPr>
      <dsp:spPr>
        <a:xfrm>
          <a:off x="0" y="1828911"/>
          <a:ext cx="6496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C3EF47-5584-4DFF-A8D4-9F64CDED91B0}">
      <dsp:nvSpPr>
        <dsp:cNvPr id="0" name=""/>
        <dsp:cNvSpPr/>
      </dsp:nvSpPr>
      <dsp:spPr>
        <a:xfrm>
          <a:off x="0" y="1828911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2. Modul Parsare Calibrare (readCalibrationFileKITTI.m)</a:t>
          </a:r>
          <a:endParaRPr lang="en-US" sz="2500" kern="1200"/>
        </a:p>
      </dsp:txBody>
      <dsp:txXfrm>
        <a:off x="0" y="1828911"/>
        <a:ext cx="6496050" cy="914176"/>
      </dsp:txXfrm>
    </dsp:sp>
    <dsp:sp modelId="{AC63D88D-5A77-4495-8354-CF913D5D3BD9}">
      <dsp:nvSpPr>
        <dsp:cNvPr id="0" name=""/>
        <dsp:cNvSpPr/>
      </dsp:nvSpPr>
      <dsp:spPr>
        <a:xfrm>
          <a:off x="0" y="2743088"/>
          <a:ext cx="6496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D44444-EB2A-4DDA-B6FA-C7016359CD88}">
      <dsp:nvSpPr>
        <dsp:cNvPr id="0" name=""/>
        <dsp:cNvSpPr/>
      </dsp:nvSpPr>
      <dsp:spPr>
        <a:xfrm>
          <a:off x="0" y="2743088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3. Modul Control (main.m)</a:t>
          </a:r>
          <a:endParaRPr lang="en-US" sz="2500" kern="1200"/>
        </a:p>
      </dsp:txBody>
      <dsp:txXfrm>
        <a:off x="0" y="2743088"/>
        <a:ext cx="6496050" cy="914176"/>
      </dsp:txXfrm>
    </dsp:sp>
    <dsp:sp modelId="{DAAD8AAE-051C-42AE-8203-64ED761D52C5}">
      <dsp:nvSpPr>
        <dsp:cNvPr id="0" name=""/>
        <dsp:cNvSpPr/>
      </dsp:nvSpPr>
      <dsp:spPr>
        <a:xfrm>
          <a:off x="0" y="3657265"/>
          <a:ext cx="64960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7B79CD-7725-4FBF-8351-FDA77C3192D3}">
      <dsp:nvSpPr>
        <dsp:cNvPr id="0" name=""/>
        <dsp:cNvSpPr/>
      </dsp:nvSpPr>
      <dsp:spPr>
        <a:xfrm>
          <a:off x="0" y="3657265"/>
          <a:ext cx="6496050" cy="9141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4. Modul Fuziune (runADAS_System.m)</a:t>
          </a:r>
          <a:endParaRPr lang="en-US" sz="2500" kern="1200"/>
        </a:p>
      </dsp:txBody>
      <dsp:txXfrm>
        <a:off x="0" y="3657265"/>
        <a:ext cx="6496050" cy="9141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D03748-41EC-4B42-9F07-4471CF4C5189}">
      <dsp:nvSpPr>
        <dsp:cNvPr id="0" name=""/>
        <dsp:cNvSpPr/>
      </dsp:nvSpPr>
      <dsp:spPr>
        <a:xfrm>
          <a:off x="1096" y="515875"/>
          <a:ext cx="2338664" cy="140319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Fuziunea senzorial</a:t>
          </a:r>
          <a:r>
            <a:rPr lang="ro-RO" sz="1300" b="0" i="0" kern="1200"/>
            <a:t>ă</a:t>
          </a:r>
          <a:r>
            <a:rPr lang="en-US" sz="1300" b="0" i="0" kern="1200"/>
            <a:t> a fost implementat</a:t>
          </a:r>
          <a:r>
            <a:rPr lang="ro-RO" sz="1300" b="0" i="0" kern="1200"/>
            <a:t>ă</a:t>
          </a:r>
          <a:r>
            <a:rPr lang="en-US" sz="1300" b="0" i="0" kern="1200"/>
            <a:t> cu succes. Combinarea geometriei 3D (SGM) cu </a:t>
          </a:r>
          <a:r>
            <a:rPr lang="ro-RO" sz="1300" b="0" i="0" kern="1200"/>
            <a:t>modelul </a:t>
          </a:r>
          <a:r>
            <a:rPr lang="en-US" sz="1300" b="0" i="0" kern="1200"/>
            <a:t>AI (YOLO) creeaz</a:t>
          </a:r>
          <a:r>
            <a:rPr lang="ro-RO" sz="1300" b="0" i="0" kern="1200"/>
            <a:t>ă</a:t>
          </a:r>
          <a:r>
            <a:rPr lang="en-US" sz="1300" b="0" i="0" kern="1200"/>
            <a:t> un sistem superior.</a:t>
          </a:r>
          <a:endParaRPr lang="en-US" sz="1300" kern="1200"/>
        </a:p>
      </dsp:txBody>
      <dsp:txXfrm>
        <a:off x="42194" y="556973"/>
        <a:ext cx="2256468" cy="1321002"/>
      </dsp:txXfrm>
    </dsp:sp>
    <dsp:sp modelId="{DB58F244-16B9-4178-B4DD-89647F38E52C}">
      <dsp:nvSpPr>
        <dsp:cNvPr id="0" name=""/>
        <dsp:cNvSpPr/>
      </dsp:nvSpPr>
      <dsp:spPr>
        <a:xfrm>
          <a:off x="2545563" y="927480"/>
          <a:ext cx="495796" cy="5799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545563" y="1043478"/>
        <a:ext cx="347057" cy="347992"/>
      </dsp:txXfrm>
    </dsp:sp>
    <dsp:sp modelId="{0397B736-4F99-4B2D-99E0-118247F2DE71}">
      <dsp:nvSpPr>
        <dsp:cNvPr id="0" name=""/>
        <dsp:cNvSpPr/>
      </dsp:nvSpPr>
      <dsp:spPr>
        <a:xfrm>
          <a:off x="3275226" y="515875"/>
          <a:ext cx="2338664" cy="140319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Dezvolt</a:t>
          </a:r>
          <a:r>
            <a:rPr lang="ro-RO" sz="1300" b="0" i="0" kern="1200"/>
            <a:t>ă</a:t>
          </a:r>
          <a:r>
            <a:rPr lang="en-US" sz="1300" b="0" i="0" kern="1200"/>
            <a:t>ri viitoare: Implementarea TTC (Time To Collision) pentru un prag dinamic bazat pe vitez</a:t>
          </a:r>
          <a:r>
            <a:rPr lang="ro-RO" sz="1300" b="0" i="0" kern="1200"/>
            <a:t>ă</a:t>
          </a:r>
          <a:r>
            <a:rPr lang="en-US" sz="1300" b="0" i="0" kern="1200"/>
            <a:t>.</a:t>
          </a:r>
          <a:endParaRPr lang="en-US" sz="1300" kern="1200"/>
        </a:p>
      </dsp:txBody>
      <dsp:txXfrm>
        <a:off x="3316324" y="556973"/>
        <a:ext cx="2256468" cy="1321002"/>
      </dsp:txXfrm>
    </dsp:sp>
    <dsp:sp modelId="{A8E3F013-67D2-46A3-ABEE-79C53561E146}">
      <dsp:nvSpPr>
        <dsp:cNvPr id="0" name=""/>
        <dsp:cNvSpPr/>
      </dsp:nvSpPr>
      <dsp:spPr>
        <a:xfrm rot="5400000">
          <a:off x="4196659" y="2082780"/>
          <a:ext cx="495796" cy="5799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4270562" y="2124876"/>
        <a:ext cx="347992" cy="347057"/>
      </dsp:txXfrm>
    </dsp:sp>
    <dsp:sp modelId="{DA6FFE9F-0FFC-4A83-A418-F10262EAD624}">
      <dsp:nvSpPr>
        <dsp:cNvPr id="0" name=""/>
        <dsp:cNvSpPr/>
      </dsp:nvSpPr>
      <dsp:spPr>
        <a:xfrm>
          <a:off x="3275226" y="2854539"/>
          <a:ext cx="2338664" cy="140319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MATLAB Coder: Compilarea scriptului în C/C++ pentru rularea pe un ECU auto real.</a:t>
          </a:r>
          <a:endParaRPr lang="en-US" sz="1300" kern="1200"/>
        </a:p>
      </dsp:txBody>
      <dsp:txXfrm>
        <a:off x="3316324" y="2895637"/>
        <a:ext cx="2256468" cy="1321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04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685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5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0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2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49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3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2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92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8840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35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30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0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782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17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874FB-31EE-41B6-CC9E-C620623A5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9EFEC-3616-A1A5-F680-C6511E23F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A52E8-67AC-5A7C-F950-8291E0F06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D6690-8D3D-E402-B191-3870B653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FDE48-E8E2-0761-30F5-9B694DA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034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06CF829-9024-4E33-AABF-F330DDDD8F5F}" type="datetimeFigureOut">
              <a:rPr lang="en-US" smtClean="0"/>
              <a:t>11-Jun-26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43766-FC82-4E4F-BD89-405DE24CE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269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Data" Target="../diagrams/data1.xml"/><Relationship Id="rId5" Type="http://schemas.openxmlformats.org/officeDocument/2006/relationships/image" Target="../media/image5.png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image" Target="../media/image2.png"/><Relationship Id="rId7" Type="http://schemas.openxmlformats.org/officeDocument/2006/relationships/diagramData" Target="../diagrams/data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11" Type="http://schemas.microsoft.com/office/2007/relationships/diagramDrawing" Target="../diagrams/drawing2.xml"/><Relationship Id="rId5" Type="http://schemas.openxmlformats.org/officeDocument/2006/relationships/image" Target="../media/image4.png"/><Relationship Id="rId10" Type="http://schemas.openxmlformats.org/officeDocument/2006/relationships/diagramColors" Target="../diagrams/colors2.xml"/><Relationship Id="rId4" Type="http://schemas.openxmlformats.org/officeDocument/2006/relationships/image" Target="../media/image3.png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Data" Target="../diagrams/data3.xml"/><Relationship Id="rId5" Type="http://schemas.openxmlformats.org/officeDocument/2006/relationships/image" Target="../media/image5.png"/><Relationship Id="rId10" Type="http://schemas.microsoft.com/office/2007/relationships/diagramDrawing" Target="../diagrams/drawing3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Data" Target="../diagrams/data4.xml"/><Relationship Id="rId5" Type="http://schemas.openxmlformats.org/officeDocument/2006/relationships/image" Target="../media/image5.png"/><Relationship Id="rId10" Type="http://schemas.microsoft.com/office/2007/relationships/diagramDrawing" Target="../diagrams/drawing4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Data" Target="../diagrams/data5.xml"/><Relationship Id="rId5" Type="http://schemas.openxmlformats.org/officeDocument/2006/relationships/image" Target="../media/image5.png"/><Relationship Id="rId10" Type="http://schemas.microsoft.com/office/2007/relationships/diagramDrawing" Target="../diagrams/drawing5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6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Data" Target="../diagrams/data6.xml"/><Relationship Id="rId5" Type="http://schemas.openxmlformats.org/officeDocument/2006/relationships/image" Target="../media/image5.png"/><Relationship Id="rId10" Type="http://schemas.microsoft.com/office/2007/relationships/diagramDrawing" Target="../diagrams/drawing6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CEE4-20EF-390E-56E8-A11F20FECD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Sistem ADAS bazat pe Fuziune Senzorial</a:t>
            </a:r>
            <a:r>
              <a:rPr lang="ro-RO" dirty="0"/>
              <a:t>ă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B76BCA-FA90-8A2D-5271-E63A460B4A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/>
              <a:t>Chincea Raul-Adrian</a:t>
            </a:r>
          </a:p>
          <a:p>
            <a:r>
              <a:rPr lang="ro-RO" dirty="0"/>
              <a:t>Master Electronică Biomedicală An 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317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BDD85-6588-3567-AD65-C7BD1D75F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2F2F2"/>
                </a:solidFill>
              </a:rPr>
              <a:t>Cuprinsul Prezentãrii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229B395-0DB8-E201-77DB-4846276412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5146034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055864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641C7-B4FA-13EF-E5A1-0121A713E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Contextul Sistemelor ADAS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7B0A1D6-16C5-5A70-A4DA-58AB360F45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676676"/>
              </p:ext>
            </p:extLst>
          </p:nvPr>
        </p:nvGraphicFramePr>
        <p:xfrm>
          <a:off x="646111" y="2140085"/>
          <a:ext cx="9404352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76352584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A66A0-0A79-5729-5A79-97D21CB75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</a:rPr>
              <a:t>Motivaţia Proiectului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7B6F3E9E-25F3-C5DC-91D5-7F007D3BF5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9060096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183077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AF9591-42B7-95F9-2875-B298BD625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Algoritmul SGM şi YOLOv4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3D3FD14-70CC-7045-80EE-2AF00A3CA6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4049959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029227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A1B4EB-801A-21EC-170C-8B41D1296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55" y="1447800"/>
            <a:ext cx="3108626" cy="4572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>
                <a:solidFill>
                  <a:srgbClr val="F2F2F2"/>
                </a:solidFill>
              </a:rPr>
              <a:t>Arhitectura Software Modulară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61310" y="0"/>
            <a:ext cx="8030690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4811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9" name="Text Placeholder 2">
            <a:extLst>
              <a:ext uri="{FF2B5EF4-FFF2-40B4-BE49-F238E27FC236}">
                <a16:creationId xmlns:a16="http://schemas.microsoft.com/office/drawing/2014/main" id="{71C91D64-052A-AE1E-991C-A3E7BE00A9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5347269"/>
              </p:ext>
            </p:extLst>
          </p:nvPr>
        </p:nvGraphicFramePr>
        <p:xfrm>
          <a:off x="5048250" y="1447800"/>
          <a:ext cx="649605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569673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F5558-DB39-DB62-40EC-1B40C96F6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Cod: </a:t>
            </a:r>
            <a:r>
              <a:rPr lang="en-US" dirty="0" err="1"/>
              <a:t>Extragerea</a:t>
            </a:r>
            <a:r>
              <a:rPr lang="en-US" dirty="0"/>
              <a:t> </a:t>
            </a:r>
            <a:r>
              <a:rPr lang="en-US" dirty="0" err="1"/>
              <a:t>Calibr</a:t>
            </a:r>
            <a:r>
              <a:rPr lang="ro-RO" dirty="0"/>
              <a:t>ă</a:t>
            </a:r>
            <a:r>
              <a:rPr lang="en-US" dirty="0" err="1"/>
              <a:t>rii</a:t>
            </a:r>
            <a:r>
              <a:rPr lang="en-US" dirty="0"/>
              <a:t> (KITTI)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9CDBB-9ED8-EB00-19C1-D6571184D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</a:rPr>
              <a:t>% </a:t>
            </a:r>
            <a:r>
              <a:rPr lang="en-US" sz="2000" dirty="0" err="1">
                <a:latin typeface="Courier New" panose="02070309020205020404" pitchFamily="49" charset="0"/>
              </a:rPr>
              <a:t>Extragerea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Matricei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Intrinseci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ro-RO" sz="2000" dirty="0">
                <a:latin typeface="Courier New" panose="02070309020205020404" pitchFamily="49" charset="0"/>
              </a:rPr>
              <a:t>ş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 a </a:t>
            </a:r>
            <a:r>
              <a:rPr lang="en-US" sz="2000" dirty="0" err="1">
                <a:latin typeface="Courier New" panose="02070309020205020404" pitchFamily="49" charset="0"/>
              </a:rPr>
              <a:t>Distan</a:t>
            </a:r>
            <a:r>
              <a:rPr lang="ro-RO" sz="2000" dirty="0">
                <a:latin typeface="Courier New" panose="02070309020205020404" pitchFamily="49" charset="0"/>
              </a:rPr>
              <a:t>ţ</a:t>
            </a:r>
            <a:r>
              <a:rPr lang="en-US" sz="2000" dirty="0" err="1">
                <a:latin typeface="Courier New" panose="02070309020205020404" pitchFamily="49" charset="0"/>
              </a:rPr>
              <a:t>ei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Focale</a:t>
            </a:r>
            <a:endParaRPr lang="en-US" sz="2000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</a:rPr>
              <a:t>calib.cam0 = calib.P_rect_02(1:3, 1:3); 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</a:rPr>
              <a:t>focal_length</a:t>
            </a:r>
            <a:r>
              <a:rPr lang="en-US" sz="2000" dirty="0">
                <a:latin typeface="Courier New" panose="02070309020205020404" pitchFamily="49" charset="0"/>
              </a:rPr>
              <a:t> = calib.P_rect_02(1,1);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</a:rPr>
              <a:t>% </a:t>
            </a:r>
            <a:r>
              <a:rPr lang="en-US" sz="2000" dirty="0" err="1">
                <a:latin typeface="Courier New" panose="02070309020205020404" pitchFamily="49" charset="0"/>
              </a:rPr>
              <a:t>Derivarea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matematic</a:t>
            </a:r>
            <a:r>
              <a:rPr lang="ro-RO" sz="2000" dirty="0">
                <a:latin typeface="Courier New" panose="02070309020205020404" pitchFamily="49" charset="0"/>
              </a:rPr>
              <a:t>ă</a:t>
            </a:r>
            <a:r>
              <a:rPr lang="en-US" sz="2000" dirty="0">
                <a:latin typeface="Courier New" panose="02070309020205020404" pitchFamily="49" charset="0"/>
              </a:rPr>
              <a:t> a Baseline-</a:t>
            </a:r>
            <a:r>
              <a:rPr lang="en-US" sz="2000" dirty="0" err="1">
                <a:latin typeface="Courier New" panose="02070309020205020404" pitchFamily="49" charset="0"/>
              </a:rPr>
              <a:t>ului</a:t>
            </a:r>
            <a:endParaRPr lang="en-US" sz="2000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</a:rPr>
              <a:t>calib.baseline</a:t>
            </a:r>
            <a:r>
              <a:rPr lang="en-US" sz="2000" dirty="0">
                <a:latin typeface="Courier New" panose="02070309020205020404" pitchFamily="49" charset="0"/>
              </a:rPr>
              <a:t> = abs(calib.P_rect_03(1,4) / </a:t>
            </a:r>
            <a:r>
              <a:rPr lang="en-US" sz="2000" dirty="0" err="1">
                <a:latin typeface="Courier New" panose="02070309020205020404" pitchFamily="49" charset="0"/>
              </a:rPr>
              <a:t>focal_length</a:t>
            </a:r>
            <a:r>
              <a:rPr lang="en-US" sz="2000" dirty="0">
                <a:latin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319813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9C1C0-92C4-074D-1B73-03749EBDA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Cod: SGM </a:t>
            </a:r>
            <a:r>
              <a:rPr lang="ro-RO" dirty="0"/>
              <a:t>ş</a:t>
            </a:r>
            <a:r>
              <a:rPr lang="en-US" dirty="0" err="1"/>
              <a:t>i</a:t>
            </a:r>
            <a:r>
              <a:rPr lang="en-US" dirty="0"/>
              <a:t> Depth 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A08AA-AE3F-31DF-E4AE-3807C2668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</a:rPr>
              <a:t>% </a:t>
            </a:r>
            <a:r>
              <a:rPr lang="en-US" sz="2000" dirty="0" err="1">
                <a:latin typeface="Courier New" panose="02070309020205020404" pitchFamily="49" charset="0"/>
              </a:rPr>
              <a:t>Generarea</a:t>
            </a:r>
            <a:r>
              <a:rPr lang="en-US" sz="2000" dirty="0">
                <a:latin typeface="Courier New" panose="02070309020205020404" pitchFamily="49" charset="0"/>
              </a:rPr>
              <a:t> H</a:t>
            </a:r>
            <a:r>
              <a:rPr lang="ro-RO" sz="2000" dirty="0">
                <a:latin typeface="Courier New" panose="02070309020205020404" pitchFamily="49" charset="0"/>
              </a:rPr>
              <a:t>ă</a:t>
            </a:r>
            <a:r>
              <a:rPr lang="en-US" sz="2000" dirty="0">
                <a:latin typeface="Courier New" panose="02070309020205020404" pitchFamily="49" charset="0"/>
              </a:rPr>
              <a:t>r</a:t>
            </a:r>
            <a:r>
              <a:rPr lang="ro-RO" sz="2000" dirty="0">
                <a:latin typeface="Courier New" panose="02070309020205020404" pitchFamily="49" charset="0"/>
              </a:rPr>
              <a:t>ţ</a:t>
            </a:r>
            <a:r>
              <a:rPr lang="en-US" sz="2000" dirty="0">
                <a:latin typeface="Courier New" panose="02070309020205020404" pitchFamily="49" charset="0"/>
              </a:rPr>
              <a:t>ii de </a:t>
            </a:r>
            <a:r>
              <a:rPr lang="en-US" sz="2000" dirty="0" err="1">
                <a:latin typeface="Courier New" panose="02070309020205020404" pitchFamily="49" charset="0"/>
              </a:rPr>
              <a:t>Disparitate</a:t>
            </a:r>
            <a:r>
              <a:rPr lang="en-US" sz="2000" dirty="0">
                <a:latin typeface="Courier New" panose="02070309020205020404" pitchFamily="49" charset="0"/>
              </a:rPr>
              <a:t> (Semi-Global Matching)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</a:rPr>
              <a:t>disparity_map</a:t>
            </a:r>
            <a:r>
              <a:rPr lang="en-US" sz="2000" dirty="0">
                <a:latin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</a:rPr>
              <a:t>disparitySGM</a:t>
            </a:r>
            <a:r>
              <a:rPr lang="en-US" sz="2000" dirty="0">
                <a:latin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</a:rPr>
              <a:t>left_gray</a:t>
            </a:r>
            <a:r>
              <a:rPr lang="en-US" sz="2000" dirty="0">
                <a:latin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</a:rPr>
              <a:t>right_gray</a:t>
            </a:r>
            <a:r>
              <a:rPr lang="en-US" sz="2000" dirty="0">
                <a:latin typeface="Courier New" panose="02070309020205020404" pitchFamily="49" charset="0"/>
              </a:rPr>
              <a:t>, '</a:t>
            </a:r>
            <a:r>
              <a:rPr lang="en-US" sz="2000" dirty="0" err="1">
                <a:latin typeface="Courier New" panose="02070309020205020404" pitchFamily="49" charset="0"/>
              </a:rPr>
              <a:t>DisparityRange</a:t>
            </a:r>
            <a:r>
              <a:rPr lang="en-US" sz="2000" dirty="0">
                <a:latin typeface="Courier New" panose="02070309020205020404" pitchFamily="49" charset="0"/>
              </a:rPr>
              <a:t>', [0, 128]);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</a:rPr>
              <a:t>% Z = (Baseline * f) / </a:t>
            </a:r>
            <a:r>
              <a:rPr lang="en-US" sz="2000" dirty="0" err="1">
                <a:latin typeface="Courier New" panose="02070309020205020404" pitchFamily="49" charset="0"/>
              </a:rPr>
              <a:t>Disparitate</a:t>
            </a:r>
            <a:endParaRPr lang="en-US" sz="2000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</a:rPr>
              <a:t>depth_map</a:t>
            </a:r>
            <a:r>
              <a:rPr lang="en-US" sz="2000" dirty="0">
                <a:latin typeface="Courier New" panose="02070309020205020404" pitchFamily="49" charset="0"/>
              </a:rPr>
              <a:t> = (</a:t>
            </a:r>
            <a:r>
              <a:rPr lang="en-US" sz="2000" dirty="0" err="1">
                <a:latin typeface="Courier New" panose="02070309020205020404" pitchFamily="49" charset="0"/>
              </a:rPr>
              <a:t>calib.baseline</a:t>
            </a:r>
            <a:r>
              <a:rPr lang="en-US" sz="2000" dirty="0">
                <a:latin typeface="Courier New" panose="02070309020205020404" pitchFamily="49" charset="0"/>
              </a:rPr>
              <a:t> * </a:t>
            </a:r>
            <a:r>
              <a:rPr lang="en-US" sz="2000" dirty="0" err="1">
                <a:latin typeface="Courier New" panose="02070309020205020404" pitchFamily="49" charset="0"/>
              </a:rPr>
              <a:t>focal_length</a:t>
            </a:r>
            <a:r>
              <a:rPr lang="en-US" sz="2000" dirty="0">
                <a:latin typeface="Courier New" panose="02070309020205020404" pitchFamily="49" charset="0"/>
              </a:rPr>
              <a:t>) ./ (</a:t>
            </a:r>
            <a:r>
              <a:rPr lang="en-US" sz="2000" dirty="0" err="1">
                <a:latin typeface="Courier New" panose="02070309020205020404" pitchFamily="49" charset="0"/>
              </a:rPr>
              <a:t>disparity_map</a:t>
            </a:r>
            <a:r>
              <a:rPr lang="en-US" sz="2000" dirty="0">
                <a:latin typeface="Courier New" panose="02070309020205020404" pitchFamily="49" charset="0"/>
              </a:rPr>
              <a:t> + eps);</a:t>
            </a:r>
          </a:p>
        </p:txBody>
      </p:sp>
    </p:spTree>
    <p:extLst>
      <p:ext uri="{BB962C8B-B14F-4D97-AF65-F5344CB8AC3E}">
        <p14:creationId xmlns:p14="http://schemas.microsoft.com/office/powerpoint/2010/main" val="176585468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41B1-2662-3C8D-C33E-D26476CA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Cod: Crop Spa</a:t>
            </a:r>
            <a:r>
              <a:rPr lang="ro-RO" dirty="0"/>
              <a:t>ţ</a:t>
            </a:r>
            <a:r>
              <a:rPr lang="it-IT" dirty="0"/>
              <a:t>ial </a:t>
            </a:r>
            <a:r>
              <a:rPr lang="ro-RO" dirty="0"/>
              <a:t>ş</a:t>
            </a:r>
            <a:r>
              <a:rPr lang="it-IT" dirty="0"/>
              <a:t>i Filtrare Median</a:t>
            </a:r>
            <a:r>
              <a:rPr lang="ro-RO" dirty="0"/>
              <a:t>ă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3978E-5338-696A-81DC-897A8F645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</a:rPr>
              <a:t>% </a:t>
            </a:r>
            <a:r>
              <a:rPr lang="en-US" sz="2000" dirty="0" err="1">
                <a:latin typeface="Courier New" panose="02070309020205020404" pitchFamily="49" charset="0"/>
              </a:rPr>
              <a:t>Decuparea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matricei</a:t>
            </a:r>
            <a:r>
              <a:rPr lang="en-US" sz="2000" dirty="0">
                <a:latin typeface="Courier New" panose="02070309020205020404" pitchFamily="49" charset="0"/>
              </a:rPr>
              <a:t> 3D </a:t>
            </a:r>
            <a:r>
              <a:rPr lang="en-US" sz="2000" dirty="0" err="1">
                <a:latin typeface="Courier New" panose="02070309020205020404" pitchFamily="49" charset="0"/>
              </a:rPr>
              <a:t>folosind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grani</a:t>
            </a:r>
            <a:r>
              <a:rPr lang="ro-RO" dirty="0">
                <a:latin typeface="Courier New" panose="02070309020205020404" pitchFamily="49" charset="0"/>
              </a:rPr>
              <a:t>ţ</a:t>
            </a:r>
            <a:r>
              <a:rPr lang="en-US" sz="2000" dirty="0" err="1">
                <a:latin typeface="Courier New" panose="02070309020205020404" pitchFamily="49" charset="0"/>
              </a:rPr>
              <a:t>ele</a:t>
            </a:r>
            <a:r>
              <a:rPr lang="en-US" sz="2000" dirty="0">
                <a:latin typeface="Courier New" panose="02070309020205020404" pitchFamily="49" charset="0"/>
              </a:rPr>
              <a:t> g</a:t>
            </a:r>
            <a:r>
              <a:rPr lang="ro-RO" sz="2000" dirty="0">
                <a:latin typeface="Courier New" panose="02070309020205020404" pitchFamily="49" charset="0"/>
              </a:rPr>
              <a:t>ă</a:t>
            </a:r>
            <a:r>
              <a:rPr lang="en-US" sz="2000" dirty="0">
                <a:latin typeface="Courier New" panose="02070309020205020404" pitchFamily="49" charset="0"/>
              </a:rPr>
              <a:t>site de AI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</a:rPr>
              <a:t>object_depth_pixels</a:t>
            </a:r>
            <a:r>
              <a:rPr lang="en-US" sz="2000" dirty="0">
                <a:latin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</a:rPr>
              <a:t>depth_map</a:t>
            </a:r>
            <a:r>
              <a:rPr lang="en-US" sz="2000" dirty="0">
                <a:latin typeface="Courier New" panose="02070309020205020404" pitchFamily="49" charset="0"/>
              </a:rPr>
              <a:t>(y1:y2, x1:x2);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</a:rPr>
              <a:t>% </a:t>
            </a:r>
            <a:r>
              <a:rPr lang="en-US" sz="2000" dirty="0" err="1">
                <a:latin typeface="Courier New" panose="02070309020205020404" pitchFamily="49" charset="0"/>
              </a:rPr>
              <a:t>Eliminarea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pixelilor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infini</a:t>
            </a:r>
            <a:r>
              <a:rPr lang="ro-RO" sz="2000" dirty="0">
                <a:latin typeface="Courier New" panose="02070309020205020404" pitchFamily="49" charset="0"/>
              </a:rPr>
              <a:t>ţ</a:t>
            </a:r>
            <a:r>
              <a:rPr lang="en-US" sz="2000" dirty="0" err="1">
                <a:latin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</a:rPr>
              <a:t> (</a:t>
            </a:r>
            <a:r>
              <a:rPr lang="en-US" sz="2000" dirty="0" err="1">
                <a:latin typeface="Courier New" panose="02070309020205020404" pitchFamily="49" charset="0"/>
              </a:rPr>
              <a:t>ocluziuni</a:t>
            </a:r>
            <a:r>
              <a:rPr lang="en-US" sz="2000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</a:rPr>
              <a:t>valid_pixels</a:t>
            </a:r>
            <a:r>
              <a:rPr lang="en-US" sz="2000" dirty="0">
                <a:latin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</a:rPr>
              <a:t>object_depth_pixels</a:t>
            </a:r>
            <a:r>
              <a:rPr lang="en-US" sz="2000" dirty="0">
                <a:latin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</a:rPr>
              <a:t>object_depth_pixels</a:t>
            </a:r>
            <a:r>
              <a:rPr lang="en-US" sz="2000" dirty="0">
                <a:latin typeface="Courier New" panose="02070309020205020404" pitchFamily="49" charset="0"/>
              </a:rPr>
              <a:t> &gt; 0 &amp; ~</a:t>
            </a:r>
            <a:r>
              <a:rPr lang="en-US" sz="2000" dirty="0" err="1">
                <a:latin typeface="Courier New" panose="02070309020205020404" pitchFamily="49" charset="0"/>
              </a:rPr>
              <a:t>isinf</a:t>
            </a:r>
            <a:r>
              <a:rPr lang="en-US" sz="2000" dirty="0">
                <a:latin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</a:rPr>
              <a:t>object_depth_pixels</a:t>
            </a:r>
            <a:r>
              <a:rPr lang="en-US" sz="2000" dirty="0">
                <a:latin typeface="Courier New" panose="02070309020205020404" pitchFamily="49" charset="0"/>
              </a:rPr>
              <a:t>));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</a:rPr>
              <a:t>% </a:t>
            </a:r>
            <a:r>
              <a:rPr lang="en-US" sz="2000" dirty="0" err="1">
                <a:latin typeface="Courier New" panose="02070309020205020404" pitchFamily="49" charset="0"/>
              </a:rPr>
              <a:t>Aflarea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distan</a:t>
            </a:r>
            <a:r>
              <a:rPr lang="ro-RO" sz="2000" dirty="0">
                <a:latin typeface="Courier New" panose="02070309020205020404" pitchFamily="49" charset="0"/>
              </a:rPr>
              <a:t>ţ</a:t>
            </a:r>
            <a:r>
              <a:rPr lang="en-US" sz="2000" dirty="0" err="1">
                <a:latin typeface="Courier New" panose="02070309020205020404" pitchFamily="49" charset="0"/>
              </a:rPr>
              <a:t>ei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reale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prin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respingerea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zgomotului</a:t>
            </a:r>
            <a:r>
              <a:rPr lang="en-US" sz="2000" dirty="0">
                <a:latin typeface="Courier New" panose="02070309020205020404" pitchFamily="49" charset="0"/>
              </a:rPr>
              <a:t> de fond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</a:rPr>
              <a:t>distance_meters</a:t>
            </a:r>
            <a:r>
              <a:rPr lang="en-US" sz="2000" dirty="0">
                <a:latin typeface="Courier New" panose="02070309020205020404" pitchFamily="49" charset="0"/>
              </a:rPr>
              <a:t> = median(</a:t>
            </a:r>
            <a:r>
              <a:rPr lang="en-US" sz="2000" dirty="0" err="1">
                <a:latin typeface="Courier New" panose="02070309020205020404" pitchFamily="49" charset="0"/>
              </a:rPr>
              <a:t>valid_pixels</a:t>
            </a:r>
            <a:r>
              <a:rPr lang="en-US" sz="2000" dirty="0">
                <a:latin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1692563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C6A4E-BF15-6C19-2D31-5D60CA17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Cod: Declan</a:t>
            </a:r>
            <a:r>
              <a:rPr lang="ro-RO" dirty="0"/>
              <a:t>ş</a:t>
            </a:r>
            <a:r>
              <a:rPr lang="en-US" dirty="0" err="1"/>
              <a:t>atorul</a:t>
            </a:r>
            <a:r>
              <a:rPr lang="en-US" dirty="0"/>
              <a:t> AEB (Prag 10m)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AF629-453A-AA5B-97F0-86E57DBE7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</a:rPr>
              <a:t>% </a:t>
            </a:r>
            <a:r>
              <a:rPr lang="en-US" sz="2000" dirty="0" err="1">
                <a:latin typeface="Courier New" panose="02070309020205020404" pitchFamily="49" charset="0"/>
              </a:rPr>
              <a:t>Evaluarea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</a:rPr>
              <a:t>nivelului</a:t>
            </a:r>
            <a:r>
              <a:rPr lang="en-US" sz="2000" dirty="0">
                <a:latin typeface="Courier New" panose="02070309020205020404" pitchFamily="49" charset="0"/>
              </a:rPr>
              <a:t> de </a:t>
            </a:r>
            <a:r>
              <a:rPr lang="en-US" sz="2000" dirty="0" err="1">
                <a:latin typeface="Courier New" panose="02070309020205020404" pitchFamily="49" charset="0"/>
              </a:rPr>
              <a:t>amenin</a:t>
            </a:r>
            <a:r>
              <a:rPr lang="ro-RO" sz="2000" dirty="0">
                <a:latin typeface="Courier New" panose="02070309020205020404" pitchFamily="49" charset="0"/>
              </a:rPr>
              <a:t>ţ</a:t>
            </a:r>
            <a:r>
              <a:rPr lang="en-US" sz="2000" dirty="0">
                <a:latin typeface="Courier New" panose="02070309020205020404" pitchFamily="49" charset="0"/>
              </a:rPr>
              <a:t>are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</a:rPr>
              <a:t>if (</a:t>
            </a:r>
            <a:r>
              <a:rPr lang="en-US" sz="2000" dirty="0" err="1">
                <a:latin typeface="Courier New" panose="02070309020205020404" pitchFamily="49" charset="0"/>
              </a:rPr>
              <a:t>object_name</a:t>
            </a:r>
            <a:r>
              <a:rPr lang="en-US" sz="2000" dirty="0">
                <a:latin typeface="Courier New" panose="02070309020205020404" pitchFamily="49" charset="0"/>
              </a:rPr>
              <a:t> == "person" || </a:t>
            </a:r>
            <a:r>
              <a:rPr lang="en-US" sz="2000" dirty="0" err="1">
                <a:latin typeface="Courier New" panose="02070309020205020404" pitchFamily="49" charset="0"/>
              </a:rPr>
              <a:t>object_name</a:t>
            </a:r>
            <a:r>
              <a:rPr lang="en-US" sz="2000" dirty="0">
                <a:latin typeface="Courier New" panose="02070309020205020404" pitchFamily="49" charset="0"/>
              </a:rPr>
              <a:t> == "car") &amp;&amp; </a:t>
            </a:r>
            <a:r>
              <a:rPr lang="en-US" sz="2000" dirty="0" err="1">
                <a:latin typeface="Courier New" panose="02070309020205020404" pitchFamily="49" charset="0"/>
              </a:rPr>
              <a:t>distance_meters</a:t>
            </a:r>
            <a:r>
              <a:rPr lang="en-US" sz="2000" dirty="0">
                <a:latin typeface="Courier New" panose="02070309020205020404" pitchFamily="49" charset="0"/>
              </a:rPr>
              <a:t> &lt; 10.0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</a:rPr>
              <a:t>    color = 'red';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</a:rPr>
              <a:t>warning_text</a:t>
            </a:r>
            <a:r>
              <a:rPr lang="en-US" sz="2000" dirty="0">
                <a:latin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</a:rPr>
              <a:t>sprintf</a:t>
            </a:r>
            <a:r>
              <a:rPr lang="en-US" sz="2000" dirty="0">
                <a:latin typeface="Courier New" panose="02070309020205020404" pitchFamily="49" charset="0"/>
              </a:rPr>
              <a:t>('BRAKE! %s at %.1f m', </a:t>
            </a:r>
            <a:r>
              <a:rPr lang="en-US" sz="2000" dirty="0" err="1">
                <a:latin typeface="Courier New" panose="02070309020205020404" pitchFamily="49" charset="0"/>
              </a:rPr>
              <a:t>object_name</a:t>
            </a:r>
            <a:r>
              <a:rPr lang="en-US" sz="2000" dirty="0">
                <a:latin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</a:rPr>
              <a:t>distance_meters</a:t>
            </a:r>
            <a:r>
              <a:rPr lang="en-US" sz="2000" dirty="0">
                <a:latin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</a:rPr>
              <a:t>emergency_brake</a:t>
            </a:r>
            <a:r>
              <a:rPr lang="en-US" sz="2000" dirty="0">
                <a:latin typeface="Courier New" panose="02070309020205020404" pitchFamily="49" charset="0"/>
              </a:rPr>
              <a:t> = true;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4170928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6F9CD-44B1-187D-533D-EABBCC6E1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Validare: 'The Rare Event Problem'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8B4CA-002D-43BB-E2DE-9AAC80CAD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Problema</a:t>
            </a:r>
            <a:r>
              <a:rPr lang="en-US" sz="2400" dirty="0"/>
              <a:t>: </a:t>
            </a:r>
            <a:r>
              <a:rPr lang="en-US" sz="2400" dirty="0" err="1"/>
              <a:t>Setul</a:t>
            </a:r>
            <a:r>
              <a:rPr lang="en-US" sz="2400" dirty="0"/>
              <a:t> de date KITTI con</a:t>
            </a:r>
            <a:r>
              <a:rPr lang="ro-RO" sz="2400" dirty="0"/>
              <a:t>ţ</a:t>
            </a:r>
            <a:r>
              <a:rPr lang="en-US" sz="2400" dirty="0" err="1"/>
              <a:t>ine</a:t>
            </a:r>
            <a:r>
              <a:rPr lang="en-US" sz="2400" dirty="0"/>
              <a:t> </a:t>
            </a:r>
            <a:r>
              <a:rPr lang="en-US" sz="2400" dirty="0" err="1"/>
              <a:t>condus</a:t>
            </a:r>
            <a:r>
              <a:rPr lang="en-US" sz="2400" dirty="0"/>
              <a:t> </a:t>
            </a:r>
            <a:r>
              <a:rPr lang="en-US" sz="2400" dirty="0" err="1"/>
              <a:t>preventiv</a:t>
            </a:r>
            <a:r>
              <a:rPr lang="en-US" sz="2400" dirty="0"/>
              <a:t>, </a:t>
            </a:r>
            <a:r>
              <a:rPr lang="en-US" sz="2400" dirty="0" err="1"/>
              <a:t>deci</a:t>
            </a:r>
            <a:r>
              <a:rPr lang="en-US" sz="2400" dirty="0"/>
              <a:t> </a:t>
            </a:r>
            <a:r>
              <a:rPr lang="en-US" sz="2400" dirty="0" err="1"/>
              <a:t>lipsesc</a:t>
            </a:r>
            <a:r>
              <a:rPr lang="en-US" sz="2400" dirty="0"/>
              <a:t> </a:t>
            </a:r>
            <a:r>
              <a:rPr lang="en-US" sz="2400" dirty="0" err="1"/>
              <a:t>coliziunile</a:t>
            </a:r>
            <a:r>
              <a:rPr lang="en-US" sz="2400" dirty="0"/>
              <a:t> </a:t>
            </a:r>
            <a:r>
              <a:rPr lang="en-US" sz="2400" dirty="0" err="1"/>
              <a:t>iminente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Decizia</a:t>
            </a:r>
            <a:r>
              <a:rPr lang="en-US" sz="2400" dirty="0"/>
              <a:t>: </a:t>
            </a:r>
            <a:r>
              <a:rPr lang="en-US" sz="2400" dirty="0" err="1"/>
              <a:t>Pragul</a:t>
            </a:r>
            <a:r>
              <a:rPr lang="en-US" sz="2400" dirty="0"/>
              <a:t> de alert</a:t>
            </a:r>
            <a:r>
              <a:rPr lang="ro-RO" sz="2400" dirty="0"/>
              <a:t>ă</a:t>
            </a:r>
            <a:r>
              <a:rPr lang="en-US" sz="2400" dirty="0"/>
              <a:t> a </a:t>
            </a:r>
            <a:r>
              <a:rPr lang="en-US" sz="2400" dirty="0" err="1"/>
              <a:t>fost</a:t>
            </a:r>
            <a:r>
              <a:rPr lang="en-US" sz="2400" dirty="0"/>
              <a:t> </a:t>
            </a:r>
            <a:r>
              <a:rPr lang="en-US" sz="2400" dirty="0" err="1"/>
              <a:t>relaxat</a:t>
            </a:r>
            <a:r>
              <a:rPr lang="en-US" sz="2400" dirty="0"/>
              <a:t> de la 5.0m la 10.0m.</a:t>
            </a:r>
          </a:p>
          <a:p>
            <a:r>
              <a:rPr lang="en-US" sz="2400" dirty="0" err="1"/>
              <a:t>Scopul</a:t>
            </a:r>
            <a:r>
              <a:rPr lang="en-US" sz="2400" dirty="0"/>
              <a:t>: For</a:t>
            </a:r>
            <a:r>
              <a:rPr lang="ro-RO" sz="2400" dirty="0"/>
              <a:t>ţ</a:t>
            </a:r>
            <a:r>
              <a:rPr lang="en-US" sz="2400" dirty="0"/>
              <a:t>area </a:t>
            </a:r>
            <a:r>
              <a:rPr lang="ro-RO" sz="2400" dirty="0"/>
              <a:t>ş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validarea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ro-RO" sz="2400" dirty="0"/>
              <a:t>ţ</a:t>
            </a:r>
            <a:r>
              <a:rPr lang="en-US" sz="2400" dirty="0"/>
              <a:t>ii </a:t>
            </a:r>
            <a:r>
              <a:rPr lang="en-US" sz="2400" dirty="0" err="1"/>
              <a:t>logice</a:t>
            </a:r>
            <a:r>
              <a:rPr lang="en-US" sz="2400" dirty="0"/>
              <a:t> de </a:t>
            </a:r>
            <a:r>
              <a:rPr lang="en-US" sz="2400" dirty="0" err="1"/>
              <a:t>frânare</a:t>
            </a:r>
            <a:r>
              <a:rPr lang="en-US" sz="2400" dirty="0"/>
              <a:t> pe un set de date </a:t>
            </a:r>
            <a:r>
              <a:rPr lang="en-US" sz="2400" dirty="0" err="1"/>
              <a:t>defensiv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494466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9C9B-D3B9-8D48-EBEA-55396AC3F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Modul Nominal (Siguran</a:t>
            </a:r>
            <a:r>
              <a:rPr lang="ro-RO" dirty="0"/>
              <a:t>ţă</a:t>
            </a:r>
            <a:r>
              <a:rPr lang="it-IT" dirty="0"/>
              <a:t>) - Scenariul 1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7703BB-56CF-FD06-E0C9-213E48FC03A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752124"/>
            <a:ext cx="11176000" cy="406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AE0ACA-944B-D460-B58D-D7E629610891}"/>
              </a:ext>
            </a:extLst>
          </p:cNvPr>
          <p:cNvSpPr txBox="1"/>
          <p:nvPr/>
        </p:nvSpPr>
        <p:spPr>
          <a:xfrm>
            <a:off x="508000" y="5715000"/>
            <a:ext cx="11176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endParaRPr lang="ro-RO" sz="2000" dirty="0"/>
          </a:p>
          <a:p>
            <a:pPr algn="ctr"/>
            <a:r>
              <a:rPr lang="en-US" sz="2000" dirty="0" err="1"/>
              <a:t>Sistemul</a:t>
            </a:r>
            <a:r>
              <a:rPr lang="en-US" sz="2000" dirty="0"/>
              <a:t> </a:t>
            </a:r>
            <a:r>
              <a:rPr lang="en-US" sz="2000" dirty="0" err="1"/>
              <a:t>identific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vehiculele</a:t>
            </a:r>
            <a:r>
              <a:rPr lang="en-US" sz="2000" dirty="0"/>
              <a:t> la </a:t>
            </a:r>
            <a:r>
              <a:rPr lang="en-US" sz="2000" dirty="0" err="1"/>
              <a:t>distan</a:t>
            </a:r>
            <a:r>
              <a:rPr lang="ro-RO" sz="2000" dirty="0"/>
              <a:t>ţ</a:t>
            </a:r>
            <a:r>
              <a:rPr lang="en-US" sz="2000" dirty="0"/>
              <a:t>e </a:t>
            </a:r>
            <a:r>
              <a:rPr lang="en-US" sz="2000" dirty="0" err="1"/>
              <a:t>sigure</a:t>
            </a:r>
            <a:r>
              <a:rPr lang="en-US" sz="2000" dirty="0"/>
              <a:t> (15.7m, 21.2m) </a:t>
            </a:r>
            <a:r>
              <a:rPr lang="ro-RO" sz="2000" dirty="0"/>
              <a:t>ş</a:t>
            </a:r>
            <a:r>
              <a:rPr lang="en-US" sz="2000" dirty="0" err="1"/>
              <a:t>i</a:t>
            </a:r>
            <a:r>
              <a:rPr lang="en-US" sz="2000" dirty="0"/>
              <a:t> men</a:t>
            </a:r>
            <a:r>
              <a:rPr lang="ro-RO" sz="2000" dirty="0"/>
              <a:t>ţ</a:t>
            </a:r>
            <a:r>
              <a:rPr lang="en-US" sz="2000" dirty="0" err="1"/>
              <a:t>ine</a:t>
            </a:r>
            <a:r>
              <a:rPr lang="en-US" sz="2000" dirty="0"/>
              <a:t> </a:t>
            </a:r>
            <a:r>
              <a:rPr lang="en-US" sz="2000" dirty="0" err="1"/>
              <a:t>starea</a:t>
            </a:r>
            <a:r>
              <a:rPr lang="en-US" sz="2000" dirty="0"/>
              <a:t> SYSTEM CLEAR.</a:t>
            </a:r>
          </a:p>
        </p:txBody>
      </p:sp>
    </p:spTree>
    <p:extLst>
      <p:ext uri="{BB962C8B-B14F-4D97-AF65-F5344CB8AC3E}">
        <p14:creationId xmlns:p14="http://schemas.microsoft.com/office/powerpoint/2010/main" val="1306813626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B89EE-42D8-4451-6E51-479400528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Modul Nominal (Siguran</a:t>
            </a:r>
            <a:r>
              <a:rPr lang="ro-RO" dirty="0"/>
              <a:t>ţă</a:t>
            </a:r>
            <a:r>
              <a:rPr lang="it-IT" dirty="0"/>
              <a:t>) - Scenariul 2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A23177-51DF-4280-BE0F-07154BB2EE2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752124"/>
            <a:ext cx="11176000" cy="406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E5FCD6-7312-38BF-A3F5-786EFBA869D0}"/>
              </a:ext>
            </a:extLst>
          </p:cNvPr>
          <p:cNvSpPr txBox="1"/>
          <p:nvPr/>
        </p:nvSpPr>
        <p:spPr>
          <a:xfrm>
            <a:off x="508000" y="5715000"/>
            <a:ext cx="11176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endParaRPr lang="ro-RO" sz="2000" dirty="0"/>
          </a:p>
          <a:p>
            <a:pPr algn="ctr"/>
            <a:r>
              <a:rPr lang="en-US" sz="2000" dirty="0" err="1"/>
              <a:t>Fuziunea</a:t>
            </a:r>
            <a:r>
              <a:rPr lang="en-US" sz="2000" dirty="0"/>
              <a:t> </a:t>
            </a:r>
            <a:r>
              <a:rPr lang="en-US" sz="2000" dirty="0" err="1"/>
              <a:t>ignor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semnele</a:t>
            </a:r>
            <a:r>
              <a:rPr lang="en-US" sz="2000" dirty="0"/>
              <a:t> de </a:t>
            </a:r>
            <a:r>
              <a:rPr lang="en-US" sz="2000" dirty="0" err="1"/>
              <a:t>circula</a:t>
            </a:r>
            <a:r>
              <a:rPr lang="ro-RO" sz="2000" dirty="0"/>
              <a:t>ţ</a:t>
            </a:r>
            <a:r>
              <a:rPr lang="en-US" sz="2000" dirty="0" err="1"/>
              <a:t>ie</a:t>
            </a:r>
            <a:r>
              <a:rPr lang="en-US" sz="2000" dirty="0"/>
              <a:t> </a:t>
            </a:r>
            <a:r>
              <a:rPr lang="en-US" sz="2000" dirty="0" err="1"/>
              <a:t>îndep</a:t>
            </a:r>
            <a:r>
              <a:rPr lang="ro-RO" sz="2000" dirty="0"/>
              <a:t>ă</a:t>
            </a:r>
            <a:r>
              <a:rPr lang="en-US" sz="2000" dirty="0" err="1"/>
              <a:t>rtate</a:t>
            </a:r>
            <a:r>
              <a:rPr lang="en-US" sz="2000" dirty="0"/>
              <a:t> </a:t>
            </a:r>
            <a:r>
              <a:rPr lang="ro-RO" sz="2000" dirty="0"/>
              <a:t>ş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randeaz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r>
              <a:rPr lang="en-US" sz="2000" dirty="0" err="1"/>
              <a:t>corect</a:t>
            </a:r>
            <a:r>
              <a:rPr lang="en-US" sz="2000" dirty="0"/>
              <a:t> </a:t>
            </a:r>
            <a:r>
              <a:rPr lang="en-US" sz="2000" dirty="0" err="1"/>
              <a:t>telemetria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vehicule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368325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94EB7-C724-7330-80BA-EEDC301E2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 Critic (Emergency Braking)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EEDB2E-B01C-F4CB-1E02-57E5C1BA09E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397000"/>
            <a:ext cx="11176000" cy="406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CC3AA1-1C1E-790B-4BEF-70F7B345192E}"/>
              </a:ext>
            </a:extLst>
          </p:cNvPr>
          <p:cNvSpPr txBox="1"/>
          <p:nvPr/>
        </p:nvSpPr>
        <p:spPr>
          <a:xfrm>
            <a:off x="508000" y="5715000"/>
            <a:ext cx="1117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 dirty="0" err="1"/>
              <a:t>Sistemul</a:t>
            </a:r>
            <a:r>
              <a:rPr lang="en-US" sz="2000" dirty="0"/>
              <a:t> </a:t>
            </a:r>
            <a:r>
              <a:rPr lang="en-US" sz="2000" dirty="0" err="1"/>
              <a:t>detecteaz</a:t>
            </a:r>
            <a:r>
              <a:rPr lang="ro-RO" sz="2000" dirty="0"/>
              <a:t>ă</a:t>
            </a:r>
            <a:r>
              <a:rPr lang="en-US" sz="2000" dirty="0"/>
              <a:t> </a:t>
            </a:r>
            <a:r>
              <a:rPr lang="ro-RO" sz="2000" dirty="0"/>
              <a:t>persoana</a:t>
            </a:r>
            <a:r>
              <a:rPr lang="en-US" sz="2000" dirty="0"/>
              <a:t> </a:t>
            </a:r>
            <a:r>
              <a:rPr lang="ro-RO" sz="2000" dirty="0"/>
              <a:t>ş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bicicl</a:t>
            </a:r>
            <a:r>
              <a:rPr lang="ro-RO" sz="2000" dirty="0"/>
              <a:t>eta</a:t>
            </a:r>
            <a:r>
              <a:rPr lang="en-US" sz="2000" dirty="0"/>
              <a:t> sub </a:t>
            </a:r>
            <a:r>
              <a:rPr lang="en-US" sz="2000" dirty="0" err="1"/>
              <a:t>pragul</a:t>
            </a:r>
            <a:r>
              <a:rPr lang="en-US" sz="2000" dirty="0"/>
              <a:t> critic (5.7m) </a:t>
            </a:r>
            <a:r>
              <a:rPr lang="ro-RO" sz="2000" dirty="0"/>
              <a:t>ş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activeaz</a:t>
            </a:r>
            <a:r>
              <a:rPr lang="ro-RO" sz="2000" dirty="0"/>
              <a:t>ă</a:t>
            </a:r>
            <a:r>
              <a:rPr lang="en-US" sz="2000" dirty="0"/>
              <a:t> EMERGENCY BRAKE.</a:t>
            </a:r>
          </a:p>
        </p:txBody>
      </p:sp>
    </p:spTree>
    <p:extLst>
      <p:ext uri="{BB962C8B-B14F-4D97-AF65-F5344CB8AC3E}">
        <p14:creationId xmlns:p14="http://schemas.microsoft.com/office/powerpoint/2010/main" val="411660008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B8F9CB-890B-4CB8-B503-188A763E2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632AB4-3837-4FD0-8B62-0A18B573F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C393B4A7-6ABF-423D-A762-3CDB4897A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CD2319A-6FA9-4EFB-9EDF-730446742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692A93-3514-4486-8B67-CCA4E025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1AD250C-F2EA-449F-9B14-DF5BB674C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AE3C3-4560-F7A3-4783-A56E36018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2F2F2"/>
                </a:solidFill>
              </a:rPr>
              <a:t>Concluzii şi Dezvoltări Ulterioare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C1C2A26-AE6B-4B4C-0EA1-7418262A8D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652847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744444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9A0F7-F235-AECA-D675-FF00900E0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ro-RO" dirty="0"/>
              <a:t>ă</a:t>
            </a:r>
            <a:r>
              <a:rPr lang="en-US" dirty="0"/>
              <a:t> </a:t>
            </a:r>
            <a:r>
              <a:rPr lang="en-US" dirty="0" err="1"/>
              <a:t>mul</a:t>
            </a:r>
            <a:r>
              <a:rPr lang="ro-RO" dirty="0"/>
              <a:t>ţ</a:t>
            </a:r>
            <a:r>
              <a:rPr lang="en-US" dirty="0" err="1"/>
              <a:t>umesc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29532457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</TotalTime>
  <Words>812</Words>
  <Application>Microsoft Office PowerPoint</Application>
  <PresentationFormat>Widescreen</PresentationFormat>
  <Paragraphs>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Century Gothic</vt:lpstr>
      <vt:lpstr>Courier New</vt:lpstr>
      <vt:lpstr>Wingdings 3</vt:lpstr>
      <vt:lpstr>Ion</vt:lpstr>
      <vt:lpstr>Sistem ADAS bazat pe Fuziune Senzorială</vt:lpstr>
      <vt:lpstr>Cuprinsul Prezentãrii</vt:lpstr>
      <vt:lpstr>Contextul Sistemelor ADAS</vt:lpstr>
      <vt:lpstr>Motivaţia Proiectului</vt:lpstr>
      <vt:lpstr>Algoritmul SGM şi YOLOv4</vt:lpstr>
      <vt:lpstr>Arhitectura Software Modulară</vt:lpstr>
      <vt:lpstr>Cod: Extragerea Calibrării (KITTI)</vt:lpstr>
      <vt:lpstr>Cod: SGM şi Depth Map</vt:lpstr>
      <vt:lpstr>Cod: Crop Spaţial şi Filtrare Mediană</vt:lpstr>
      <vt:lpstr>Cod: Declanşatorul AEB (Prag 10m)</vt:lpstr>
      <vt:lpstr>Validare: 'The Rare Event Problem'</vt:lpstr>
      <vt:lpstr>Modul Nominal (Siguranţă) - Scenariul 1</vt:lpstr>
      <vt:lpstr>Modul Nominal (Siguranţă) - Scenariul 2</vt:lpstr>
      <vt:lpstr>Modul Critic (Emergency Braking)</vt:lpstr>
      <vt:lpstr>Concluzii şi Dezvoltări Ulterioare</vt:lpstr>
      <vt:lpstr>Vă mulţumesc!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Raul-Adrian Chincea</dc:creator>
  <cp:lastModifiedBy>Raul-Adrian Chincea</cp:lastModifiedBy>
  <cp:revision>13</cp:revision>
  <dcterms:created xsi:type="dcterms:W3CDTF">2026-06-11T12:55:58Z</dcterms:created>
  <dcterms:modified xsi:type="dcterms:W3CDTF">2026-06-11T13:22:02Z</dcterms:modified>
</cp:coreProperties>
</file>